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ce3ae01dab49df" /><Relationship Type="http://schemas.openxmlformats.org/officeDocument/2006/relationships/extended-properties" Target="/docProps/app.xml" Id="R241fc301aa92460c" /><Relationship Type="http://schemas.openxmlformats.org/officeDocument/2006/relationships/officeDocument" Target="/ppt/presentation.xml" Id="Rdb70a9dc151645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896340b20445ba"/>
  </p:sldMasterIdLst>
  <p:notesMasterIdLst>
    <p:notesMasterId xmlns:r="http://schemas.openxmlformats.org/officeDocument/2006/relationships" r:id="R665fbb09c1004037"/>
  </p:notesMasterIdLst>
  <p:sldIdLst>
    <p:sldId xmlns:r="http://schemas.openxmlformats.org/officeDocument/2006/relationships" id="256" r:id="R5077b3e7d9ff4260"/>
  </p:sldIdLst>
  <p:sldSz cx="17145000" cy="1409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db1b94a6ad49a3" /><Relationship Type="http://schemas.openxmlformats.org/officeDocument/2006/relationships/slideMaster" Target="/ppt/slideMasters/slideMaster1.xml" Id="Re3896340b20445ba" /><Relationship Type="http://schemas.openxmlformats.org/officeDocument/2006/relationships/notesMaster" Target="/ppt/notesMasters/notesMaster1.xml" Id="R665fbb09c1004037" /><Relationship Type="http://schemas.openxmlformats.org/officeDocument/2006/relationships/presProps" Target="/ppt/presProps.xml" Id="R8771bf88f49048af" /><Relationship Type="http://schemas.openxmlformats.org/officeDocument/2006/relationships/tableStyles" Target="/ppt/tableStyles.xml" Id="Re294bbe0810e4362" /><Relationship Type="http://schemas.openxmlformats.org/officeDocument/2006/relationships/slide" Target="/ppt/slides/slide1.xml" Id="R5077b3e7d9ff42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ea668c63d840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a186a8b35a43da" /><Relationship Type="http://schemas.openxmlformats.org/officeDocument/2006/relationships/notesMaster" Target="/ppt/notesMasters/notesMaster1.xml" Id="R7de0af3ace5a43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connected multiband Part-I PLV graph A_I supplies the virtual-actuator mask S_A. The displayed graph and heatmap use the HUP060 source data: 36 modeled contacts, 63 undirected edges and 13 selected contacts. This selection graph is distinct from the separately fitted Part-II graph A_II.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Part II: standardized electrode state x_tilde_t is reduced to z_t. The concatenated feature input v_t includes z_t, lagged coordinates, and graph features g_t=P A_II x_tilde_t. The leaky reservoir has state r_t. The readout feature phi_t concatenates reservoir state r_t and all terms of v_t and is then standardized to phi_tilde_t. The drift estimate is Delta z_hat_(t+1)=B phi_tilde_t+b. Conditional Q(phi_tilde_t)=D(phi_tilde_t) R D(phi_tilde_t) is an innovation covariance, not a noise sample. Actual innovations are kappa_cal D(phi_tilde_t) R^(1/2) epsilon_t^(m). The frozen recurrence is Phi_theta.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Four paths illustrate zero-based particles 0–3 at RPFa3. The empirical law uses M=32 particles: mu_k^M=(1/M) sum_(m=1)^M delta_(x_k^(m)). Recorded traces use the source display offsets 0, 3.5 and 7. All mini-plots preserve the original Python figure’s data transforms and aspect ratios.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Part III: the common command u_bar_k and centered correction u_tilde_k^(m) form u_k^(m)=u_bar_k+u_tilde_k^(m), with sum_m u_tilde_k^(m)=0 and infinity norm at most 1.8. Both fixed reference buffers and decoded one-step predicted state/law supply the two actor branches. The reference mini-plot depicts the saved validation reference density, while actor training uses R_fit buffers.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input map is B_G=H_tau^T S_A^T, with H_tau=exp(-tau_G L_rw) and L_rw=I-D_II^(-1) A_II. The injected model input is alpha_u B_G u_k^(m). Green routing denotes the separate Part-II graph and frozen recurrence. Blue routing denotes selected virtual-input support. The heat kernel is an input mapping component, while the latent/reservoir recurrence provides dynamical coupling.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four density curves are time-pooled marginal occupation laws at RPFa3. They are not instantaneous particle laws. Recorded is charcoal, free is grey dashed, reference is green dash-dot, controlled is blue. The historical source label Interictal reference is displayed as Preictal reference consistently with the verified manuscript intervals.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WGAN-GP and the law loss train the actor pi_vartheta using critic D_omega. The dashed route updates the combined policy and is separate from inference-time state/law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HUP060 is the development/adaptation case (13/36 direct inputs). HUP065 uses an expanded top32/64 actuator mask and HUP080 retains 76/96. Both current external controller results are post hoc amendments of previously revealed outer seizures, not pristine locked validation. Full WGAN-GP retains the frozen Graph-RC plant and structured mean-deviation actor with empirical-law penalties. WGAN-GP has been present from the first fresh actor update; subsequent parameter adaptations are separately documented.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blue Controlled mini-curve uses the HUP060 fresh primary checkpoint selected at actor update 700, SHA256 980952488c536b76cfc51fa5d979243e0a69be4cba1cbf36aacdc094e7b29ab0. Its plotted source is source_data_control_densities.csv from the current control figure. The three other density curves, graph, heatmap, recorded traces and free paths are unchanged; no new density fit or synthetic data is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chaos_methods.tex and actor_implementation_recipe.tex in chaos_revision_20261005_round3, plus supporting_materials/HUP060/output/part1/source_data/figure_01 and supporting_materials/HUP060/output/part3/source_data/figures_06_08. The actual adjacency source file is hup060_adjacency_matrix.csv. Source data and parameter values are frozen.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c54c532b2e44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9fe89375ce45a3" /><Relationship Type="http://schemas.openxmlformats.org/officeDocument/2006/relationships/slideLayout" Target="/ppt/slideLayouts/slideLayout1.xml" Id="R5df5c036fa844c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f5c036fa844c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f2bf94d654e17" /><Relationship Type="http://schemas.openxmlformats.org/officeDocument/2006/relationships/notesSlide" Target="/ppt/notesSlides/notesSlide1.xml" Id="R5dc153e1656b49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14" name="column-1">
            <a:extLst xmlns:a="http://schemas.openxmlformats.org/drawingml/2006/main">
              <a:ext uri="{FF2B5EF4-FFF2-40B4-BE49-F238E27FC236}">
                <a16:creationId xmlns:a16="http://schemas.microsoft.com/office/drawing/2014/main" id="{FE219802-565D-4E03-ADD0-A05E2A05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953000" cy="12001500"/>
          </a:xfrm>
          <a:prstGeom xmlns:a="http://schemas.openxmlformats.org/drawingml/2006/main" prst="roundRect">
            <a:avLst>
              <a:gd name="adj" fmla="val 67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4C78B5"/>
            </a:solidFill>
            <a:prstDash val="solid"/>
          </a:ln>
        </p:spPr>
      </p:sp>
      <p:sp>
        <p:nvSpPr>
          <p:cNvPr id="2" name="stage-number-1">
            <a:extLst xmlns:a="http://schemas.openxmlformats.org/drawingml/2006/main">
              <a:ext uri="{FF2B5EF4-FFF2-40B4-BE49-F238E27FC236}">
                <a16:creationId xmlns:a16="http://schemas.microsoft.com/office/drawing/2014/main" id="{6BCB209D-C230-449D-BEF5-35E73485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390525" cy="390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4C78B5"/>
            </a:solidFill>
            <a:prstDash val="solid"/>
          </a:ln>
        </p:spPr>
      </p:sp>
      <p:sp>
        <p:nvSpPr>
          <p:cNvPr id="3" name="stage-number-text-1">
            <a:extLst xmlns:a="http://schemas.openxmlformats.org/drawingml/2006/main">
              <a:ext uri="{FF2B5EF4-FFF2-40B4-BE49-F238E27FC236}">
                <a16:creationId xmlns:a16="http://schemas.microsoft.com/office/drawing/2014/main" id="{F5D52F89-917E-47F0-9ED7-9706D5C8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390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4C78B5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4C78B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column-title-1">
            <a:extLst xmlns:a="http://schemas.openxmlformats.org/drawingml/2006/main">
              <a:ext uri="{FF2B5EF4-FFF2-40B4-BE49-F238E27FC236}">
                <a16:creationId xmlns:a16="http://schemas.microsoft.com/office/drawing/2014/main" id="{7657DD17-C644-452C-8863-4FD671EC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6250"/>
            <a:ext cx="3943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Patient-specific</a:t>
            </a:r>
          </a:p>
          <a:p xmlns:a="http://schemas.openxmlformats.org/drawingml/2006/main">
            <a:pPr algn="ctr">
              <a:defRPr sz="2175" b="1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network selection</a:t>
            </a:r>
          </a:p>
        </p:txBody>
      </p:sp>
      <p:sp>
        <p:nvSpPr>
          <p:cNvPr id="5" name="column-subtitle-1">
            <a:extLst xmlns:a="http://schemas.openxmlformats.org/drawingml/2006/main">
              <a:ext uri="{FF2B5EF4-FFF2-40B4-BE49-F238E27FC236}">
                <a16:creationId xmlns:a16="http://schemas.microsoft.com/office/drawing/2014/main" id="{A0529CF5-6F6E-4AD0-961A-7B415EC1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62075"/>
            <a:ext cx="4381500" cy="361950"/>
          </a:xfrm>
          <a:prstGeom xmlns:a="http://schemas.openxmlformats.org/drawingml/2006/main" prst="roundRect">
            <a:avLst>
              <a:gd name="adj" fmla="val 28947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6193">
            <a:solidFill>
              <a:srgbClr val="4C78B5"/>
            </a:solidFill>
            <a:prstDash val="solid"/>
          </a:ln>
        </p:spPr>
      </p:sp>
      <p:sp>
        <p:nvSpPr>
          <p:cNvPr id="6" name="subtitle-text-1">
            <a:extLst xmlns:a="http://schemas.openxmlformats.org/drawingml/2006/main">
              <a:ext uri="{FF2B5EF4-FFF2-40B4-BE49-F238E27FC236}">
                <a16:creationId xmlns:a16="http://schemas.microsoft.com/office/drawing/2014/main" id="{E17FBB44-95E2-444B-90E6-E5C3BBFB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620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Patient-specific iEEG</a:t>
            </a:r>
          </a:p>
        </p:txBody>
      </p:sp>
      <p:sp>
        <p:nvSpPr>
          <p:cNvPr id="7" name="column-2">
            <a:extLst xmlns:a="http://schemas.openxmlformats.org/drawingml/2006/main">
              <a:ext uri="{FF2B5EF4-FFF2-40B4-BE49-F238E27FC236}">
                <a16:creationId xmlns:a16="http://schemas.microsoft.com/office/drawing/2014/main" id="{39116539-4885-469C-9B5D-B89EDB8B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"/>
            <a:ext cx="4953000" cy="12001500"/>
          </a:xfrm>
          <a:prstGeom xmlns:a="http://schemas.openxmlformats.org/drawingml/2006/main" prst="roundRect">
            <a:avLst>
              <a:gd name="adj" fmla="val 67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75944C"/>
            </a:solidFill>
            <a:prstDash val="solid"/>
          </a:ln>
        </p:spPr>
      </p:sp>
      <p:sp>
        <p:nvSpPr>
          <p:cNvPr id="8" name="stage-number-2">
            <a:extLst xmlns:a="http://schemas.openxmlformats.org/drawingml/2006/main">
              <a:ext uri="{FF2B5EF4-FFF2-40B4-BE49-F238E27FC236}">
                <a16:creationId xmlns:a16="http://schemas.microsoft.com/office/drawing/2014/main" id="{A23C8262-F8F1-41B2-849C-3F93B510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3400"/>
            <a:ext cx="390525" cy="390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75944C"/>
            </a:solidFill>
            <a:prstDash val="solid"/>
          </a:ln>
        </p:spPr>
      </p:sp>
      <p:sp>
        <p:nvSpPr>
          <p:cNvPr id="9" name="stage-number-text-2">
            <a:extLst xmlns:a="http://schemas.openxmlformats.org/drawingml/2006/main">
              <a:ext uri="{FF2B5EF4-FFF2-40B4-BE49-F238E27FC236}">
                <a16:creationId xmlns:a16="http://schemas.microsoft.com/office/drawing/2014/main" id="{0993239F-BE1E-4478-993D-3471581D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3400"/>
            <a:ext cx="390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75944C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75944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olumn-title-2">
            <a:extLst xmlns:a="http://schemas.openxmlformats.org/drawingml/2006/main">
              <a:ext uri="{FF2B5EF4-FFF2-40B4-BE49-F238E27FC236}">
                <a16:creationId xmlns:a16="http://schemas.microsoft.com/office/drawing/2014/main" id="{BDA499A8-08CC-417B-B562-E65FAA12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6250"/>
            <a:ext cx="3943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Stochastic</a:t>
            </a:r>
          </a:p>
          <a:p xmlns:a="http://schemas.openxmlformats.org/drawingml/2006/main">
            <a:pPr algn="ctr">
              <a:defRPr sz="2175" b="1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Graph–RC surrogate</a:t>
            </a:r>
          </a:p>
        </p:txBody>
      </p:sp>
      <p:sp>
        <p:nvSpPr>
          <p:cNvPr id="11" name="column-subtitle-2">
            <a:extLst xmlns:a="http://schemas.openxmlformats.org/drawingml/2006/main">
              <a:ext uri="{FF2B5EF4-FFF2-40B4-BE49-F238E27FC236}">
                <a16:creationId xmlns:a16="http://schemas.microsoft.com/office/drawing/2014/main" id="{7CADBF26-F97C-4B66-8904-762D2128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62075"/>
            <a:ext cx="4381500" cy="361950"/>
          </a:xfrm>
          <a:prstGeom xmlns:a="http://schemas.openxmlformats.org/drawingml/2006/main" prst="roundRect">
            <a:avLst>
              <a:gd name="adj" fmla="val 28947"/>
            </a:avLst>
          </a:prstGeom>
          <a:solidFill xmlns:a="http://schemas.openxmlformats.org/drawingml/2006/main">
            <a:srgbClr val="EFF5E8"/>
          </a:solidFill>
          <a:ln xmlns:a="http://schemas.openxmlformats.org/drawingml/2006/main" w="16193">
            <a:solidFill>
              <a:srgbClr val="75944C"/>
            </a:solidFill>
            <a:prstDash val="solid"/>
          </a:ln>
        </p:spPr>
      </p:sp>
      <p:sp>
        <p:nvSpPr>
          <p:cNvPr id="12" name="subtitle-text-2">
            <a:extLst xmlns:a="http://schemas.openxmlformats.org/drawingml/2006/main">
              <a:ext uri="{FF2B5EF4-FFF2-40B4-BE49-F238E27FC236}">
                <a16:creationId xmlns:a16="http://schemas.microsoft.com/office/drawing/2014/main" id="{9D1B502B-D246-4C87-AD4C-0876053A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620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Training-fitted stochastic plant</a:t>
            </a:r>
          </a:p>
        </p:txBody>
      </p:sp>
      <p:sp>
        <p:nvSpPr>
          <p:cNvPr id="13" name="column-3">
            <a:extLst xmlns:a="http://schemas.openxmlformats.org/drawingml/2006/main">
              <a:ext uri="{FF2B5EF4-FFF2-40B4-BE49-F238E27FC236}">
                <a16:creationId xmlns:a16="http://schemas.microsoft.com/office/drawing/2014/main" id="{9FA0D1A3-481D-49C3-A675-6FB2B660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285750"/>
            <a:ext cx="4953000" cy="12001500"/>
          </a:xfrm>
          <a:prstGeom xmlns:a="http://schemas.openxmlformats.org/drawingml/2006/main" prst="roundRect">
            <a:avLst>
              <a:gd name="adj" fmla="val 67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7A629A"/>
            </a:solidFill>
            <a:prstDash val="solid"/>
          </a:ln>
        </p:spPr>
      </p:sp>
      <p:sp>
        <p:nvSpPr>
          <p:cNvPr id="14" name="stage-number-3">
            <a:extLst xmlns:a="http://schemas.openxmlformats.org/drawingml/2006/main">
              <a:ext uri="{FF2B5EF4-FFF2-40B4-BE49-F238E27FC236}">
                <a16:creationId xmlns:a16="http://schemas.microsoft.com/office/drawing/2014/main" id="{297A318D-2A3E-49E9-A4AC-CCEDD008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33400"/>
            <a:ext cx="390525" cy="390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7A629A"/>
            </a:solidFill>
            <a:prstDash val="solid"/>
          </a:ln>
        </p:spPr>
      </p:sp>
      <p:sp>
        <p:nvSpPr>
          <p:cNvPr id="15" name="stage-number-text-3">
            <a:extLst xmlns:a="http://schemas.openxmlformats.org/drawingml/2006/main">
              <a:ext uri="{FF2B5EF4-FFF2-40B4-BE49-F238E27FC236}">
                <a16:creationId xmlns:a16="http://schemas.microsoft.com/office/drawing/2014/main" id="{81DA1655-07E6-4AF3-91B9-0D393AC2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33400"/>
            <a:ext cx="390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7A629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7A629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column-title-3">
            <a:extLst xmlns:a="http://schemas.openxmlformats.org/drawingml/2006/main">
              <a:ext uri="{FF2B5EF4-FFF2-40B4-BE49-F238E27FC236}">
                <a16:creationId xmlns:a16="http://schemas.microsoft.com/office/drawing/2014/main" id="{A7A9CE44-359F-42D8-BED9-4D435B54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76250"/>
            <a:ext cx="3943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Mean–deviation</a:t>
            </a:r>
          </a:p>
          <a:p xmlns:a="http://schemas.openxmlformats.org/drawingml/2006/main">
            <a:pPr algn="ctr">
              <a:defRPr sz="2175" b="1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feedback</a:t>
            </a:r>
          </a:p>
        </p:txBody>
      </p:sp>
      <p:sp>
        <p:nvSpPr>
          <p:cNvPr id="17" name="column-subtitle-3">
            <a:extLst xmlns:a="http://schemas.openxmlformats.org/drawingml/2006/main">
              <a:ext uri="{FF2B5EF4-FFF2-40B4-BE49-F238E27FC236}">
                <a16:creationId xmlns:a16="http://schemas.microsoft.com/office/drawing/2014/main" id="{45976E19-161C-4904-A530-84706E0D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1362075"/>
            <a:ext cx="4381500" cy="361950"/>
          </a:xfrm>
          <a:prstGeom xmlns:a="http://schemas.openxmlformats.org/drawingml/2006/main" prst="roundRect">
            <a:avLst>
              <a:gd name="adj" fmla="val 28947"/>
            </a:avLst>
          </a:prstGeom>
          <a:solidFill xmlns:a="http://schemas.openxmlformats.org/drawingml/2006/main">
            <a:srgbClr val="F3EEF8"/>
          </a:solidFill>
          <a:ln xmlns:a="http://schemas.openxmlformats.org/drawingml/2006/main" w="16193">
            <a:solidFill>
              <a:srgbClr val="7A629A"/>
            </a:solidFill>
            <a:prstDash val="solid"/>
          </a:ln>
        </p:spPr>
      </p:sp>
      <p:sp>
        <p:nvSpPr>
          <p:cNvPr id="18" name="subtitle-text-3">
            <a:extLst xmlns:a="http://schemas.openxmlformats.org/drawingml/2006/main">
              <a:ext uri="{FF2B5EF4-FFF2-40B4-BE49-F238E27FC236}">
                <a16:creationId xmlns:a16="http://schemas.microsoft.com/office/drawing/2014/main" id="{72FD71D4-E4AF-47F1-A65A-06C6991E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13620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Individual preictal reference</a:t>
            </a:r>
          </a:p>
        </p:txBody>
      </p:sp>
      <p:sp>
        <p:nvSpPr>
          <p:cNvPr id="19" name="recorded-RPFa3">
            <a:extLst xmlns:a="http://schemas.openxmlformats.org/drawingml/2006/main">
              <a:ext uri="{FF2B5EF4-FFF2-40B4-BE49-F238E27FC236}">
                <a16:creationId xmlns:a16="http://schemas.microsoft.com/office/drawing/2014/main" id="{9518AC0C-3042-492D-817A-03A8830B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4343400" cy="921744"/>
          </a:xfrm>
          <a:custGeom xmlns:a="http://schemas.openxmlformats.org/drawingml/2006/main">
            <a:pathLst>
              <a:path w="4343400" h="921744">
                <a:moveTo>
                  <a:pt x="0" y="742711"/>
                </a:moveTo>
                <a:lnTo>
                  <a:pt x="16966" y="732844"/>
                </a:lnTo>
                <a:lnTo>
                  <a:pt x="33933" y="735597"/>
                </a:lnTo>
                <a:lnTo>
                  <a:pt x="50899" y="749804"/>
                </a:lnTo>
                <a:lnTo>
                  <a:pt x="67866" y="770706"/>
                </a:lnTo>
                <a:lnTo>
                  <a:pt x="84832" y="793351"/>
                </a:lnTo>
                <a:lnTo>
                  <a:pt x="101798" y="813252"/>
                </a:lnTo>
                <a:lnTo>
                  <a:pt x="118765" y="825023"/>
                </a:lnTo>
                <a:lnTo>
                  <a:pt x="135731" y="824405"/>
                </a:lnTo>
                <a:lnTo>
                  <a:pt x="152698" y="814337"/>
                </a:lnTo>
                <a:lnTo>
                  <a:pt x="169664" y="804137"/>
                </a:lnTo>
                <a:lnTo>
                  <a:pt x="186630" y="801200"/>
                </a:lnTo>
                <a:lnTo>
                  <a:pt x="203597" y="805223"/>
                </a:lnTo>
                <a:lnTo>
                  <a:pt x="220563" y="809093"/>
                </a:lnTo>
                <a:lnTo>
                  <a:pt x="237530" y="806614"/>
                </a:lnTo>
                <a:lnTo>
                  <a:pt x="254496" y="798994"/>
                </a:lnTo>
                <a:lnTo>
                  <a:pt x="271463" y="791932"/>
                </a:lnTo>
                <a:lnTo>
                  <a:pt x="288429" y="791349"/>
                </a:lnTo>
                <a:lnTo>
                  <a:pt x="305395" y="798800"/>
                </a:lnTo>
                <a:lnTo>
                  <a:pt x="322362" y="807692"/>
                </a:lnTo>
                <a:lnTo>
                  <a:pt x="339328" y="808491"/>
                </a:lnTo>
                <a:lnTo>
                  <a:pt x="356295" y="797173"/>
                </a:lnTo>
                <a:lnTo>
                  <a:pt x="373261" y="778170"/>
                </a:lnTo>
                <a:lnTo>
                  <a:pt x="390227" y="759110"/>
                </a:lnTo>
                <a:lnTo>
                  <a:pt x="407194" y="745286"/>
                </a:lnTo>
                <a:lnTo>
                  <a:pt x="424160" y="738071"/>
                </a:lnTo>
                <a:lnTo>
                  <a:pt x="441127" y="735307"/>
                </a:lnTo>
                <a:lnTo>
                  <a:pt x="458093" y="736073"/>
                </a:lnTo>
                <a:lnTo>
                  <a:pt x="475059" y="741821"/>
                </a:lnTo>
                <a:lnTo>
                  <a:pt x="492026" y="750931"/>
                </a:lnTo>
                <a:lnTo>
                  <a:pt x="508992" y="757796"/>
                </a:lnTo>
                <a:lnTo>
                  <a:pt x="525959" y="761130"/>
                </a:lnTo>
                <a:lnTo>
                  <a:pt x="542925" y="770422"/>
                </a:lnTo>
                <a:lnTo>
                  <a:pt x="559891" y="794710"/>
                </a:lnTo>
                <a:lnTo>
                  <a:pt x="576858" y="828467"/>
                </a:lnTo>
                <a:lnTo>
                  <a:pt x="593824" y="856653"/>
                </a:lnTo>
                <a:lnTo>
                  <a:pt x="610791" y="870120"/>
                </a:lnTo>
                <a:lnTo>
                  <a:pt x="627757" y="869391"/>
                </a:lnTo>
                <a:lnTo>
                  <a:pt x="644723" y="858507"/>
                </a:lnTo>
                <a:lnTo>
                  <a:pt x="661690" y="839066"/>
                </a:lnTo>
                <a:lnTo>
                  <a:pt x="678656" y="811161"/>
                </a:lnTo>
                <a:lnTo>
                  <a:pt x="695623" y="780336"/>
                </a:lnTo>
                <a:lnTo>
                  <a:pt x="712589" y="757757"/>
                </a:lnTo>
                <a:lnTo>
                  <a:pt x="729555" y="748220"/>
                </a:lnTo>
                <a:lnTo>
                  <a:pt x="746522" y="747749"/>
                </a:lnTo>
                <a:lnTo>
                  <a:pt x="763488" y="752112"/>
                </a:lnTo>
                <a:lnTo>
                  <a:pt x="780455" y="758547"/>
                </a:lnTo>
                <a:lnTo>
                  <a:pt x="797421" y="766381"/>
                </a:lnTo>
                <a:lnTo>
                  <a:pt x="814388" y="777966"/>
                </a:lnTo>
                <a:lnTo>
                  <a:pt x="831354" y="794232"/>
                </a:lnTo>
                <a:lnTo>
                  <a:pt x="848320" y="812312"/>
                </a:lnTo>
                <a:lnTo>
                  <a:pt x="865287" y="829828"/>
                </a:lnTo>
                <a:lnTo>
                  <a:pt x="882253" y="846518"/>
                </a:lnTo>
                <a:lnTo>
                  <a:pt x="899220" y="860961"/>
                </a:lnTo>
                <a:lnTo>
                  <a:pt x="916186" y="869313"/>
                </a:lnTo>
                <a:lnTo>
                  <a:pt x="933152" y="870018"/>
                </a:lnTo>
                <a:lnTo>
                  <a:pt x="950119" y="864905"/>
                </a:lnTo>
                <a:lnTo>
                  <a:pt x="967085" y="855410"/>
                </a:lnTo>
                <a:lnTo>
                  <a:pt x="984052" y="842432"/>
                </a:lnTo>
                <a:lnTo>
                  <a:pt x="1001018" y="828515"/>
                </a:lnTo>
                <a:lnTo>
                  <a:pt x="1017984" y="816874"/>
                </a:lnTo>
                <a:lnTo>
                  <a:pt x="1034951" y="810059"/>
                </a:lnTo>
                <a:lnTo>
                  <a:pt x="1051917" y="808153"/>
                </a:lnTo>
                <a:lnTo>
                  <a:pt x="1068884" y="807749"/>
                </a:lnTo>
                <a:lnTo>
                  <a:pt x="1085850" y="804965"/>
                </a:lnTo>
                <a:lnTo>
                  <a:pt x="1102816" y="799296"/>
                </a:lnTo>
                <a:lnTo>
                  <a:pt x="1119783" y="792840"/>
                </a:lnTo>
                <a:lnTo>
                  <a:pt x="1136749" y="785476"/>
                </a:lnTo>
                <a:lnTo>
                  <a:pt x="1153716" y="774604"/>
                </a:lnTo>
                <a:lnTo>
                  <a:pt x="1170682" y="757278"/>
                </a:lnTo>
                <a:lnTo>
                  <a:pt x="1187648" y="730926"/>
                </a:lnTo>
                <a:lnTo>
                  <a:pt x="1204615" y="700994"/>
                </a:lnTo>
                <a:lnTo>
                  <a:pt x="1221581" y="686147"/>
                </a:lnTo>
                <a:lnTo>
                  <a:pt x="1238548" y="699435"/>
                </a:lnTo>
                <a:lnTo>
                  <a:pt x="1255514" y="730572"/>
                </a:lnTo>
                <a:lnTo>
                  <a:pt x="1272480" y="759259"/>
                </a:lnTo>
                <a:lnTo>
                  <a:pt x="1289447" y="776033"/>
                </a:lnTo>
                <a:lnTo>
                  <a:pt x="1306413" y="785284"/>
                </a:lnTo>
                <a:lnTo>
                  <a:pt x="1323380" y="797605"/>
                </a:lnTo>
                <a:lnTo>
                  <a:pt x="1340346" y="821630"/>
                </a:lnTo>
                <a:lnTo>
                  <a:pt x="1357313" y="852779"/>
                </a:lnTo>
                <a:lnTo>
                  <a:pt x="1374279" y="873993"/>
                </a:lnTo>
                <a:lnTo>
                  <a:pt x="1391245" y="873350"/>
                </a:lnTo>
                <a:lnTo>
                  <a:pt x="1408212" y="852990"/>
                </a:lnTo>
                <a:lnTo>
                  <a:pt x="1425178" y="823041"/>
                </a:lnTo>
                <a:lnTo>
                  <a:pt x="1442145" y="793399"/>
                </a:lnTo>
                <a:lnTo>
                  <a:pt x="1459111" y="770013"/>
                </a:lnTo>
                <a:lnTo>
                  <a:pt x="1476077" y="753983"/>
                </a:lnTo>
                <a:lnTo>
                  <a:pt x="1493044" y="745124"/>
                </a:lnTo>
                <a:lnTo>
                  <a:pt x="1510010" y="744334"/>
                </a:lnTo>
                <a:lnTo>
                  <a:pt x="1526977" y="750812"/>
                </a:lnTo>
                <a:lnTo>
                  <a:pt x="1543943" y="760378"/>
                </a:lnTo>
                <a:lnTo>
                  <a:pt x="1560909" y="768493"/>
                </a:lnTo>
                <a:lnTo>
                  <a:pt x="1577876" y="774999"/>
                </a:lnTo>
                <a:lnTo>
                  <a:pt x="1594842" y="782122"/>
                </a:lnTo>
                <a:lnTo>
                  <a:pt x="1611809" y="790146"/>
                </a:lnTo>
                <a:lnTo>
                  <a:pt x="1628775" y="798338"/>
                </a:lnTo>
                <a:lnTo>
                  <a:pt x="1645741" y="806445"/>
                </a:lnTo>
                <a:lnTo>
                  <a:pt x="1662708" y="813872"/>
                </a:lnTo>
                <a:lnTo>
                  <a:pt x="1679674" y="819715"/>
                </a:lnTo>
                <a:lnTo>
                  <a:pt x="1696641" y="824402"/>
                </a:lnTo>
                <a:lnTo>
                  <a:pt x="1713607" y="829055"/>
                </a:lnTo>
                <a:lnTo>
                  <a:pt x="1730573" y="834222"/>
                </a:lnTo>
                <a:lnTo>
                  <a:pt x="1747540" y="838001"/>
                </a:lnTo>
                <a:lnTo>
                  <a:pt x="1764506" y="836881"/>
                </a:lnTo>
                <a:lnTo>
                  <a:pt x="1781473" y="830424"/>
                </a:lnTo>
                <a:lnTo>
                  <a:pt x="1798439" y="821708"/>
                </a:lnTo>
                <a:lnTo>
                  <a:pt x="1815405" y="810997"/>
                </a:lnTo>
                <a:lnTo>
                  <a:pt x="1832372" y="795030"/>
                </a:lnTo>
                <a:lnTo>
                  <a:pt x="1849338" y="772365"/>
                </a:lnTo>
                <a:lnTo>
                  <a:pt x="1866305" y="744983"/>
                </a:lnTo>
                <a:lnTo>
                  <a:pt x="1883271" y="718752"/>
                </a:lnTo>
                <a:lnTo>
                  <a:pt x="1900238" y="701894"/>
                </a:lnTo>
                <a:lnTo>
                  <a:pt x="1917204" y="699825"/>
                </a:lnTo>
                <a:lnTo>
                  <a:pt x="1934170" y="709978"/>
                </a:lnTo>
                <a:lnTo>
                  <a:pt x="1951137" y="726497"/>
                </a:lnTo>
                <a:lnTo>
                  <a:pt x="1968103" y="746948"/>
                </a:lnTo>
                <a:lnTo>
                  <a:pt x="1985070" y="772246"/>
                </a:lnTo>
                <a:lnTo>
                  <a:pt x="2002036" y="800684"/>
                </a:lnTo>
                <a:lnTo>
                  <a:pt x="2019002" y="825640"/>
                </a:lnTo>
                <a:lnTo>
                  <a:pt x="2035969" y="843580"/>
                </a:lnTo>
                <a:lnTo>
                  <a:pt x="2052935" y="856399"/>
                </a:lnTo>
                <a:lnTo>
                  <a:pt x="2069902" y="863734"/>
                </a:lnTo>
                <a:lnTo>
                  <a:pt x="2086868" y="862513"/>
                </a:lnTo>
                <a:lnTo>
                  <a:pt x="2103834" y="852446"/>
                </a:lnTo>
                <a:lnTo>
                  <a:pt x="2120801" y="837150"/>
                </a:lnTo>
                <a:lnTo>
                  <a:pt x="2137767" y="821052"/>
                </a:lnTo>
                <a:lnTo>
                  <a:pt x="2154734" y="807522"/>
                </a:lnTo>
                <a:lnTo>
                  <a:pt x="2171700" y="798719"/>
                </a:lnTo>
                <a:lnTo>
                  <a:pt x="2188666" y="794554"/>
                </a:lnTo>
                <a:lnTo>
                  <a:pt x="2205633" y="793360"/>
                </a:lnTo>
                <a:lnTo>
                  <a:pt x="2222599" y="793069"/>
                </a:lnTo>
                <a:lnTo>
                  <a:pt x="2239566" y="792031"/>
                </a:lnTo>
                <a:lnTo>
                  <a:pt x="2256532" y="789689"/>
                </a:lnTo>
                <a:lnTo>
                  <a:pt x="2273498" y="785406"/>
                </a:lnTo>
                <a:lnTo>
                  <a:pt x="2290465" y="779444"/>
                </a:lnTo>
                <a:lnTo>
                  <a:pt x="2307431" y="773582"/>
                </a:lnTo>
                <a:lnTo>
                  <a:pt x="2324398" y="768962"/>
                </a:lnTo>
                <a:lnTo>
                  <a:pt x="2341364" y="765159"/>
                </a:lnTo>
                <a:lnTo>
                  <a:pt x="2358330" y="761288"/>
                </a:lnTo>
                <a:lnTo>
                  <a:pt x="2375297" y="756471"/>
                </a:lnTo>
                <a:lnTo>
                  <a:pt x="2392263" y="748130"/>
                </a:lnTo>
                <a:lnTo>
                  <a:pt x="2409230" y="733929"/>
                </a:lnTo>
                <a:lnTo>
                  <a:pt x="2426196" y="713349"/>
                </a:lnTo>
                <a:lnTo>
                  <a:pt x="2443163" y="687647"/>
                </a:lnTo>
                <a:lnTo>
                  <a:pt x="2460129" y="663286"/>
                </a:lnTo>
                <a:lnTo>
                  <a:pt x="2477095" y="651434"/>
                </a:lnTo>
                <a:lnTo>
                  <a:pt x="2494062" y="657053"/>
                </a:lnTo>
                <a:lnTo>
                  <a:pt x="2511028" y="674299"/>
                </a:lnTo>
                <a:lnTo>
                  <a:pt x="2527995" y="697109"/>
                </a:lnTo>
                <a:lnTo>
                  <a:pt x="2544961" y="723022"/>
                </a:lnTo>
                <a:lnTo>
                  <a:pt x="2561927" y="753830"/>
                </a:lnTo>
                <a:lnTo>
                  <a:pt x="2578894" y="793823"/>
                </a:lnTo>
                <a:lnTo>
                  <a:pt x="2595860" y="837579"/>
                </a:lnTo>
                <a:lnTo>
                  <a:pt x="2612827" y="870207"/>
                </a:lnTo>
                <a:lnTo>
                  <a:pt x="2629793" y="879847"/>
                </a:lnTo>
                <a:lnTo>
                  <a:pt x="2646759" y="866245"/>
                </a:lnTo>
                <a:lnTo>
                  <a:pt x="2663726" y="838806"/>
                </a:lnTo>
                <a:lnTo>
                  <a:pt x="2680692" y="808205"/>
                </a:lnTo>
                <a:lnTo>
                  <a:pt x="2697659" y="781221"/>
                </a:lnTo>
                <a:lnTo>
                  <a:pt x="2714625" y="761461"/>
                </a:lnTo>
                <a:lnTo>
                  <a:pt x="2731591" y="751323"/>
                </a:lnTo>
                <a:lnTo>
                  <a:pt x="2748558" y="749762"/>
                </a:lnTo>
                <a:lnTo>
                  <a:pt x="2765524" y="752830"/>
                </a:lnTo>
                <a:lnTo>
                  <a:pt x="2782491" y="758810"/>
                </a:lnTo>
                <a:lnTo>
                  <a:pt x="2799457" y="767843"/>
                </a:lnTo>
                <a:lnTo>
                  <a:pt x="2816423" y="777155"/>
                </a:lnTo>
                <a:lnTo>
                  <a:pt x="2833390" y="783459"/>
                </a:lnTo>
                <a:lnTo>
                  <a:pt x="2850356" y="788657"/>
                </a:lnTo>
                <a:lnTo>
                  <a:pt x="2867323" y="797398"/>
                </a:lnTo>
                <a:lnTo>
                  <a:pt x="2884289" y="810715"/>
                </a:lnTo>
                <a:lnTo>
                  <a:pt x="2901255" y="824472"/>
                </a:lnTo>
                <a:lnTo>
                  <a:pt x="2918222" y="833267"/>
                </a:lnTo>
                <a:lnTo>
                  <a:pt x="2935188" y="835550"/>
                </a:lnTo>
                <a:lnTo>
                  <a:pt x="2952155" y="833042"/>
                </a:lnTo>
                <a:lnTo>
                  <a:pt x="2969121" y="826707"/>
                </a:lnTo>
                <a:lnTo>
                  <a:pt x="2986088" y="817172"/>
                </a:lnTo>
                <a:lnTo>
                  <a:pt x="3003054" y="806482"/>
                </a:lnTo>
                <a:lnTo>
                  <a:pt x="3020020" y="797648"/>
                </a:lnTo>
                <a:lnTo>
                  <a:pt x="3036987" y="792775"/>
                </a:lnTo>
                <a:lnTo>
                  <a:pt x="3053953" y="790058"/>
                </a:lnTo>
                <a:lnTo>
                  <a:pt x="3070920" y="784705"/>
                </a:lnTo>
                <a:lnTo>
                  <a:pt x="3087886" y="773330"/>
                </a:lnTo>
                <a:lnTo>
                  <a:pt x="3104852" y="753120"/>
                </a:lnTo>
                <a:lnTo>
                  <a:pt x="3121819" y="725282"/>
                </a:lnTo>
                <a:lnTo>
                  <a:pt x="3138785" y="705916"/>
                </a:lnTo>
                <a:lnTo>
                  <a:pt x="3155752" y="715022"/>
                </a:lnTo>
                <a:lnTo>
                  <a:pt x="3172718" y="748394"/>
                </a:lnTo>
                <a:lnTo>
                  <a:pt x="3189684" y="778495"/>
                </a:lnTo>
                <a:lnTo>
                  <a:pt x="3206651" y="784288"/>
                </a:lnTo>
                <a:lnTo>
                  <a:pt x="3223617" y="770464"/>
                </a:lnTo>
                <a:lnTo>
                  <a:pt x="3240584" y="759117"/>
                </a:lnTo>
                <a:lnTo>
                  <a:pt x="3257550" y="763986"/>
                </a:lnTo>
                <a:lnTo>
                  <a:pt x="3274516" y="780387"/>
                </a:lnTo>
                <a:lnTo>
                  <a:pt x="3291483" y="799723"/>
                </a:lnTo>
                <a:lnTo>
                  <a:pt x="3308449" y="818667"/>
                </a:lnTo>
                <a:lnTo>
                  <a:pt x="3325416" y="834502"/>
                </a:lnTo>
                <a:lnTo>
                  <a:pt x="3342382" y="843037"/>
                </a:lnTo>
                <a:lnTo>
                  <a:pt x="3359348" y="841169"/>
                </a:lnTo>
                <a:lnTo>
                  <a:pt x="3376315" y="829737"/>
                </a:lnTo>
                <a:lnTo>
                  <a:pt x="3393281" y="813170"/>
                </a:lnTo>
                <a:lnTo>
                  <a:pt x="3410248" y="796107"/>
                </a:lnTo>
                <a:lnTo>
                  <a:pt x="3427214" y="781554"/>
                </a:lnTo>
                <a:lnTo>
                  <a:pt x="3444180" y="771860"/>
                </a:lnTo>
                <a:lnTo>
                  <a:pt x="3461147" y="768444"/>
                </a:lnTo>
                <a:lnTo>
                  <a:pt x="3478113" y="769759"/>
                </a:lnTo>
                <a:lnTo>
                  <a:pt x="3495080" y="772128"/>
                </a:lnTo>
                <a:lnTo>
                  <a:pt x="3512046" y="773721"/>
                </a:lnTo>
                <a:lnTo>
                  <a:pt x="3529013" y="775761"/>
                </a:lnTo>
                <a:lnTo>
                  <a:pt x="3545979" y="780389"/>
                </a:lnTo>
                <a:lnTo>
                  <a:pt x="3562945" y="787025"/>
                </a:lnTo>
                <a:lnTo>
                  <a:pt x="3579912" y="792456"/>
                </a:lnTo>
                <a:lnTo>
                  <a:pt x="3596878" y="795412"/>
                </a:lnTo>
                <a:lnTo>
                  <a:pt x="3613845" y="798013"/>
                </a:lnTo>
                <a:lnTo>
                  <a:pt x="3630811" y="802126"/>
                </a:lnTo>
                <a:lnTo>
                  <a:pt x="3647777" y="807856"/>
                </a:lnTo>
                <a:lnTo>
                  <a:pt x="3664744" y="815509"/>
                </a:lnTo>
                <a:lnTo>
                  <a:pt x="3681710" y="824735"/>
                </a:lnTo>
                <a:lnTo>
                  <a:pt x="3698677" y="830700"/>
                </a:lnTo>
                <a:lnTo>
                  <a:pt x="3715643" y="828397"/>
                </a:lnTo>
                <a:lnTo>
                  <a:pt x="3732609" y="818974"/>
                </a:lnTo>
                <a:lnTo>
                  <a:pt x="3749576" y="806264"/>
                </a:lnTo>
                <a:lnTo>
                  <a:pt x="3766542" y="791077"/>
                </a:lnTo>
                <a:lnTo>
                  <a:pt x="3783509" y="771684"/>
                </a:lnTo>
                <a:lnTo>
                  <a:pt x="3800475" y="750462"/>
                </a:lnTo>
                <a:lnTo>
                  <a:pt x="3817441" y="738163"/>
                </a:lnTo>
                <a:lnTo>
                  <a:pt x="3834408" y="743384"/>
                </a:lnTo>
                <a:lnTo>
                  <a:pt x="3851374" y="760474"/>
                </a:lnTo>
                <a:lnTo>
                  <a:pt x="3868341" y="774136"/>
                </a:lnTo>
                <a:lnTo>
                  <a:pt x="3885307" y="775873"/>
                </a:lnTo>
                <a:lnTo>
                  <a:pt x="3902273" y="771209"/>
                </a:lnTo>
                <a:lnTo>
                  <a:pt x="3919240" y="770373"/>
                </a:lnTo>
                <a:lnTo>
                  <a:pt x="3936206" y="780126"/>
                </a:lnTo>
                <a:lnTo>
                  <a:pt x="3953173" y="800202"/>
                </a:lnTo>
                <a:lnTo>
                  <a:pt x="3970139" y="822636"/>
                </a:lnTo>
                <a:lnTo>
                  <a:pt x="3987105" y="836813"/>
                </a:lnTo>
                <a:lnTo>
                  <a:pt x="4004072" y="837353"/>
                </a:lnTo>
                <a:lnTo>
                  <a:pt x="4021038" y="829293"/>
                </a:lnTo>
                <a:lnTo>
                  <a:pt x="4038005" y="821790"/>
                </a:lnTo>
                <a:lnTo>
                  <a:pt x="4054971" y="818111"/>
                </a:lnTo>
                <a:lnTo>
                  <a:pt x="4071938" y="815934"/>
                </a:lnTo>
                <a:lnTo>
                  <a:pt x="4088904" y="814189"/>
                </a:lnTo>
                <a:lnTo>
                  <a:pt x="4105870" y="815556"/>
                </a:lnTo>
                <a:lnTo>
                  <a:pt x="4122837" y="822797"/>
                </a:lnTo>
                <a:lnTo>
                  <a:pt x="4139803" y="834140"/>
                </a:lnTo>
                <a:lnTo>
                  <a:pt x="4156770" y="844063"/>
                </a:lnTo>
                <a:lnTo>
                  <a:pt x="4173736" y="848777"/>
                </a:lnTo>
                <a:lnTo>
                  <a:pt x="4190702" y="848732"/>
                </a:lnTo>
                <a:lnTo>
                  <a:pt x="4207669" y="847249"/>
                </a:lnTo>
                <a:lnTo>
                  <a:pt x="4224635" y="846224"/>
                </a:lnTo>
                <a:lnTo>
                  <a:pt x="4241602" y="843366"/>
                </a:lnTo>
                <a:lnTo>
                  <a:pt x="4258568" y="833927"/>
                </a:lnTo>
                <a:lnTo>
                  <a:pt x="4275534" y="816545"/>
                </a:lnTo>
                <a:lnTo>
                  <a:pt x="4292501" y="795947"/>
                </a:lnTo>
                <a:lnTo>
                  <a:pt x="4309467" y="780393"/>
                </a:lnTo>
                <a:lnTo>
                  <a:pt x="4326434" y="77197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C78B5"/>
            </a:solidFill>
            <a:prstDash val="solid"/>
          </a:ln>
        </p:spPr>
      </p:sp>
      <p:sp>
        <p:nvSpPr>
          <p:cNvPr id="20" name="recorded-RA3">
            <a:extLst xmlns:a="http://schemas.openxmlformats.org/drawingml/2006/main">
              <a:ext uri="{FF2B5EF4-FFF2-40B4-BE49-F238E27FC236}">
                <a16:creationId xmlns:a16="http://schemas.microsoft.com/office/drawing/2014/main" id="{5E315211-7019-4023-95D8-15EEA5B9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4343400" cy="921744"/>
          </a:xfrm>
          <a:custGeom xmlns:a="http://schemas.openxmlformats.org/drawingml/2006/main">
            <a:pathLst>
              <a:path w="4343400" h="921744">
                <a:moveTo>
                  <a:pt x="0" y="482686"/>
                </a:moveTo>
                <a:lnTo>
                  <a:pt x="16966" y="490885"/>
                </a:lnTo>
                <a:lnTo>
                  <a:pt x="33933" y="493016"/>
                </a:lnTo>
                <a:lnTo>
                  <a:pt x="50899" y="493404"/>
                </a:lnTo>
                <a:lnTo>
                  <a:pt x="67866" y="497810"/>
                </a:lnTo>
                <a:lnTo>
                  <a:pt x="84832" y="500460"/>
                </a:lnTo>
                <a:lnTo>
                  <a:pt x="101798" y="492862"/>
                </a:lnTo>
                <a:lnTo>
                  <a:pt x="118765" y="480542"/>
                </a:lnTo>
                <a:lnTo>
                  <a:pt x="135731" y="474676"/>
                </a:lnTo>
                <a:lnTo>
                  <a:pt x="152698" y="475571"/>
                </a:lnTo>
                <a:lnTo>
                  <a:pt x="169664" y="475814"/>
                </a:lnTo>
                <a:lnTo>
                  <a:pt x="186630" y="472825"/>
                </a:lnTo>
                <a:lnTo>
                  <a:pt x="203597" y="468464"/>
                </a:lnTo>
                <a:lnTo>
                  <a:pt x="220563" y="463483"/>
                </a:lnTo>
                <a:lnTo>
                  <a:pt x="237530" y="457779"/>
                </a:lnTo>
                <a:lnTo>
                  <a:pt x="254496" y="450384"/>
                </a:lnTo>
                <a:lnTo>
                  <a:pt x="271463" y="441844"/>
                </a:lnTo>
                <a:lnTo>
                  <a:pt x="288429" y="432924"/>
                </a:lnTo>
                <a:lnTo>
                  <a:pt x="305395" y="422489"/>
                </a:lnTo>
                <a:lnTo>
                  <a:pt x="322362" y="414282"/>
                </a:lnTo>
                <a:lnTo>
                  <a:pt x="339328" y="415970"/>
                </a:lnTo>
                <a:lnTo>
                  <a:pt x="356295" y="427806"/>
                </a:lnTo>
                <a:lnTo>
                  <a:pt x="373261" y="441234"/>
                </a:lnTo>
                <a:lnTo>
                  <a:pt x="390227" y="450571"/>
                </a:lnTo>
                <a:lnTo>
                  <a:pt x="407194" y="458912"/>
                </a:lnTo>
                <a:lnTo>
                  <a:pt x="424160" y="473183"/>
                </a:lnTo>
                <a:lnTo>
                  <a:pt x="441127" y="495731"/>
                </a:lnTo>
                <a:lnTo>
                  <a:pt x="458093" y="519075"/>
                </a:lnTo>
                <a:lnTo>
                  <a:pt x="475059" y="531320"/>
                </a:lnTo>
                <a:lnTo>
                  <a:pt x="492026" y="525718"/>
                </a:lnTo>
                <a:lnTo>
                  <a:pt x="508992" y="505659"/>
                </a:lnTo>
                <a:lnTo>
                  <a:pt x="525959" y="481836"/>
                </a:lnTo>
                <a:lnTo>
                  <a:pt x="542925" y="462212"/>
                </a:lnTo>
                <a:lnTo>
                  <a:pt x="559891" y="449651"/>
                </a:lnTo>
                <a:lnTo>
                  <a:pt x="576858" y="442554"/>
                </a:lnTo>
                <a:lnTo>
                  <a:pt x="593824" y="438771"/>
                </a:lnTo>
                <a:lnTo>
                  <a:pt x="610791" y="439031"/>
                </a:lnTo>
                <a:lnTo>
                  <a:pt x="627757" y="443815"/>
                </a:lnTo>
                <a:lnTo>
                  <a:pt x="644723" y="449649"/>
                </a:lnTo>
                <a:lnTo>
                  <a:pt x="661690" y="454798"/>
                </a:lnTo>
                <a:lnTo>
                  <a:pt x="678656" y="463017"/>
                </a:lnTo>
                <a:lnTo>
                  <a:pt x="695623" y="479248"/>
                </a:lnTo>
                <a:lnTo>
                  <a:pt x="712589" y="501095"/>
                </a:lnTo>
                <a:lnTo>
                  <a:pt x="729555" y="518729"/>
                </a:lnTo>
                <a:lnTo>
                  <a:pt x="746522" y="523909"/>
                </a:lnTo>
                <a:lnTo>
                  <a:pt x="763488" y="517817"/>
                </a:lnTo>
                <a:lnTo>
                  <a:pt x="780455" y="509415"/>
                </a:lnTo>
                <a:lnTo>
                  <a:pt x="797421" y="503547"/>
                </a:lnTo>
                <a:lnTo>
                  <a:pt x="814388" y="499247"/>
                </a:lnTo>
                <a:lnTo>
                  <a:pt x="831354" y="497197"/>
                </a:lnTo>
                <a:lnTo>
                  <a:pt x="848320" y="498117"/>
                </a:lnTo>
                <a:lnTo>
                  <a:pt x="865287" y="501107"/>
                </a:lnTo>
                <a:lnTo>
                  <a:pt x="882253" y="503622"/>
                </a:lnTo>
                <a:lnTo>
                  <a:pt x="899220" y="499403"/>
                </a:lnTo>
                <a:lnTo>
                  <a:pt x="916186" y="486913"/>
                </a:lnTo>
                <a:lnTo>
                  <a:pt x="933152" y="470903"/>
                </a:lnTo>
                <a:lnTo>
                  <a:pt x="950119" y="455519"/>
                </a:lnTo>
                <a:lnTo>
                  <a:pt x="967085" y="440478"/>
                </a:lnTo>
                <a:lnTo>
                  <a:pt x="984052" y="427299"/>
                </a:lnTo>
                <a:lnTo>
                  <a:pt x="1001018" y="422502"/>
                </a:lnTo>
                <a:lnTo>
                  <a:pt x="1017984" y="426643"/>
                </a:lnTo>
                <a:lnTo>
                  <a:pt x="1034951" y="431086"/>
                </a:lnTo>
                <a:lnTo>
                  <a:pt x="1051917" y="430481"/>
                </a:lnTo>
                <a:lnTo>
                  <a:pt x="1068884" y="428846"/>
                </a:lnTo>
                <a:lnTo>
                  <a:pt x="1085850" y="431248"/>
                </a:lnTo>
                <a:lnTo>
                  <a:pt x="1102816" y="437428"/>
                </a:lnTo>
                <a:lnTo>
                  <a:pt x="1119783" y="444780"/>
                </a:lnTo>
                <a:lnTo>
                  <a:pt x="1136749" y="452684"/>
                </a:lnTo>
                <a:lnTo>
                  <a:pt x="1153716" y="461118"/>
                </a:lnTo>
                <a:lnTo>
                  <a:pt x="1170682" y="468939"/>
                </a:lnTo>
                <a:lnTo>
                  <a:pt x="1187648" y="478879"/>
                </a:lnTo>
                <a:lnTo>
                  <a:pt x="1204615" y="492656"/>
                </a:lnTo>
                <a:lnTo>
                  <a:pt x="1221581" y="505374"/>
                </a:lnTo>
                <a:lnTo>
                  <a:pt x="1238548" y="513397"/>
                </a:lnTo>
                <a:lnTo>
                  <a:pt x="1255514" y="520583"/>
                </a:lnTo>
                <a:lnTo>
                  <a:pt x="1272480" y="532430"/>
                </a:lnTo>
                <a:lnTo>
                  <a:pt x="1289447" y="547326"/>
                </a:lnTo>
                <a:lnTo>
                  <a:pt x="1306413" y="556741"/>
                </a:lnTo>
                <a:lnTo>
                  <a:pt x="1323380" y="553143"/>
                </a:lnTo>
                <a:lnTo>
                  <a:pt x="1340346" y="535394"/>
                </a:lnTo>
                <a:lnTo>
                  <a:pt x="1357313" y="513083"/>
                </a:lnTo>
                <a:lnTo>
                  <a:pt x="1374279" y="499882"/>
                </a:lnTo>
                <a:lnTo>
                  <a:pt x="1391245" y="499811"/>
                </a:lnTo>
                <a:lnTo>
                  <a:pt x="1408212" y="509309"/>
                </a:lnTo>
                <a:lnTo>
                  <a:pt x="1425178" y="525705"/>
                </a:lnTo>
                <a:lnTo>
                  <a:pt x="1442145" y="545710"/>
                </a:lnTo>
                <a:lnTo>
                  <a:pt x="1459111" y="562189"/>
                </a:lnTo>
                <a:lnTo>
                  <a:pt x="1476077" y="571258"/>
                </a:lnTo>
                <a:lnTo>
                  <a:pt x="1493044" y="573483"/>
                </a:lnTo>
                <a:lnTo>
                  <a:pt x="1510010" y="570214"/>
                </a:lnTo>
                <a:lnTo>
                  <a:pt x="1526977" y="562926"/>
                </a:lnTo>
                <a:lnTo>
                  <a:pt x="1543943" y="554247"/>
                </a:lnTo>
                <a:lnTo>
                  <a:pt x="1560909" y="548216"/>
                </a:lnTo>
                <a:lnTo>
                  <a:pt x="1577876" y="545163"/>
                </a:lnTo>
                <a:lnTo>
                  <a:pt x="1594842" y="541276"/>
                </a:lnTo>
                <a:lnTo>
                  <a:pt x="1611809" y="534012"/>
                </a:lnTo>
                <a:lnTo>
                  <a:pt x="1628775" y="525712"/>
                </a:lnTo>
                <a:lnTo>
                  <a:pt x="1645741" y="519276"/>
                </a:lnTo>
                <a:lnTo>
                  <a:pt x="1662708" y="514637"/>
                </a:lnTo>
                <a:lnTo>
                  <a:pt x="1679674" y="510665"/>
                </a:lnTo>
                <a:lnTo>
                  <a:pt x="1696641" y="504812"/>
                </a:lnTo>
                <a:lnTo>
                  <a:pt x="1713607" y="496877"/>
                </a:lnTo>
                <a:lnTo>
                  <a:pt x="1730573" y="489358"/>
                </a:lnTo>
                <a:lnTo>
                  <a:pt x="1747540" y="483031"/>
                </a:lnTo>
                <a:lnTo>
                  <a:pt x="1764506" y="478353"/>
                </a:lnTo>
                <a:lnTo>
                  <a:pt x="1781473" y="475893"/>
                </a:lnTo>
                <a:lnTo>
                  <a:pt x="1798439" y="473736"/>
                </a:lnTo>
                <a:lnTo>
                  <a:pt x="1815405" y="473354"/>
                </a:lnTo>
                <a:lnTo>
                  <a:pt x="1832372" y="479630"/>
                </a:lnTo>
                <a:lnTo>
                  <a:pt x="1849338" y="492997"/>
                </a:lnTo>
                <a:lnTo>
                  <a:pt x="1866305" y="507503"/>
                </a:lnTo>
                <a:lnTo>
                  <a:pt x="1883271" y="514835"/>
                </a:lnTo>
                <a:lnTo>
                  <a:pt x="1900238" y="514250"/>
                </a:lnTo>
                <a:lnTo>
                  <a:pt x="1917204" y="514771"/>
                </a:lnTo>
                <a:lnTo>
                  <a:pt x="1934170" y="519883"/>
                </a:lnTo>
                <a:lnTo>
                  <a:pt x="1951137" y="520205"/>
                </a:lnTo>
                <a:lnTo>
                  <a:pt x="1968103" y="511672"/>
                </a:lnTo>
                <a:lnTo>
                  <a:pt x="1985070" y="503093"/>
                </a:lnTo>
                <a:lnTo>
                  <a:pt x="2002036" y="501018"/>
                </a:lnTo>
                <a:lnTo>
                  <a:pt x="2019002" y="504624"/>
                </a:lnTo>
                <a:lnTo>
                  <a:pt x="2035969" y="510410"/>
                </a:lnTo>
                <a:lnTo>
                  <a:pt x="2052935" y="516753"/>
                </a:lnTo>
                <a:lnTo>
                  <a:pt x="2069902" y="525751"/>
                </a:lnTo>
                <a:lnTo>
                  <a:pt x="2086868" y="538716"/>
                </a:lnTo>
                <a:lnTo>
                  <a:pt x="2103834" y="550716"/>
                </a:lnTo>
                <a:lnTo>
                  <a:pt x="2120801" y="554851"/>
                </a:lnTo>
                <a:lnTo>
                  <a:pt x="2137767" y="550183"/>
                </a:lnTo>
                <a:lnTo>
                  <a:pt x="2154734" y="540895"/>
                </a:lnTo>
                <a:lnTo>
                  <a:pt x="2171700" y="530165"/>
                </a:lnTo>
                <a:lnTo>
                  <a:pt x="2188666" y="519431"/>
                </a:lnTo>
                <a:lnTo>
                  <a:pt x="2205633" y="510596"/>
                </a:lnTo>
                <a:lnTo>
                  <a:pt x="2222599" y="505247"/>
                </a:lnTo>
                <a:lnTo>
                  <a:pt x="2239566" y="505151"/>
                </a:lnTo>
                <a:lnTo>
                  <a:pt x="2256532" y="511274"/>
                </a:lnTo>
                <a:lnTo>
                  <a:pt x="2273498" y="522849"/>
                </a:lnTo>
                <a:lnTo>
                  <a:pt x="2290465" y="535865"/>
                </a:lnTo>
                <a:lnTo>
                  <a:pt x="2307431" y="544520"/>
                </a:lnTo>
                <a:lnTo>
                  <a:pt x="2324398" y="545945"/>
                </a:lnTo>
                <a:lnTo>
                  <a:pt x="2341364" y="542077"/>
                </a:lnTo>
                <a:lnTo>
                  <a:pt x="2358330" y="538580"/>
                </a:lnTo>
                <a:lnTo>
                  <a:pt x="2375297" y="538135"/>
                </a:lnTo>
                <a:lnTo>
                  <a:pt x="2392263" y="539133"/>
                </a:lnTo>
                <a:lnTo>
                  <a:pt x="2409230" y="541017"/>
                </a:lnTo>
                <a:lnTo>
                  <a:pt x="2426196" y="544980"/>
                </a:lnTo>
                <a:lnTo>
                  <a:pt x="2443163" y="550590"/>
                </a:lnTo>
                <a:lnTo>
                  <a:pt x="2460129" y="557177"/>
                </a:lnTo>
                <a:lnTo>
                  <a:pt x="2477095" y="562423"/>
                </a:lnTo>
                <a:lnTo>
                  <a:pt x="2494062" y="564425"/>
                </a:lnTo>
                <a:lnTo>
                  <a:pt x="2511028" y="564618"/>
                </a:lnTo>
                <a:lnTo>
                  <a:pt x="2527995" y="559567"/>
                </a:lnTo>
                <a:lnTo>
                  <a:pt x="2544961" y="546815"/>
                </a:lnTo>
                <a:lnTo>
                  <a:pt x="2561927" y="529215"/>
                </a:lnTo>
                <a:lnTo>
                  <a:pt x="2578894" y="507507"/>
                </a:lnTo>
                <a:lnTo>
                  <a:pt x="2595860" y="482060"/>
                </a:lnTo>
                <a:lnTo>
                  <a:pt x="2612827" y="457389"/>
                </a:lnTo>
                <a:lnTo>
                  <a:pt x="2629793" y="442612"/>
                </a:lnTo>
                <a:lnTo>
                  <a:pt x="2646759" y="445192"/>
                </a:lnTo>
                <a:lnTo>
                  <a:pt x="2663726" y="458142"/>
                </a:lnTo>
                <a:lnTo>
                  <a:pt x="2680692" y="466295"/>
                </a:lnTo>
                <a:lnTo>
                  <a:pt x="2697659" y="467868"/>
                </a:lnTo>
                <a:lnTo>
                  <a:pt x="2714625" y="473484"/>
                </a:lnTo>
                <a:lnTo>
                  <a:pt x="2731591" y="488341"/>
                </a:lnTo>
                <a:lnTo>
                  <a:pt x="2748558" y="507667"/>
                </a:lnTo>
                <a:lnTo>
                  <a:pt x="2765524" y="525862"/>
                </a:lnTo>
                <a:lnTo>
                  <a:pt x="2782491" y="540928"/>
                </a:lnTo>
                <a:lnTo>
                  <a:pt x="2799457" y="553085"/>
                </a:lnTo>
                <a:lnTo>
                  <a:pt x="2816423" y="561298"/>
                </a:lnTo>
                <a:lnTo>
                  <a:pt x="2833390" y="562800"/>
                </a:lnTo>
                <a:lnTo>
                  <a:pt x="2850356" y="558350"/>
                </a:lnTo>
                <a:lnTo>
                  <a:pt x="2867323" y="551453"/>
                </a:lnTo>
                <a:lnTo>
                  <a:pt x="2884289" y="544354"/>
                </a:lnTo>
                <a:lnTo>
                  <a:pt x="2901255" y="536762"/>
                </a:lnTo>
                <a:lnTo>
                  <a:pt x="2918222" y="531714"/>
                </a:lnTo>
                <a:lnTo>
                  <a:pt x="2935188" y="532404"/>
                </a:lnTo>
                <a:lnTo>
                  <a:pt x="2952155" y="535445"/>
                </a:lnTo>
                <a:lnTo>
                  <a:pt x="2969121" y="534561"/>
                </a:lnTo>
                <a:lnTo>
                  <a:pt x="2986088" y="526505"/>
                </a:lnTo>
                <a:lnTo>
                  <a:pt x="3003054" y="514056"/>
                </a:lnTo>
                <a:lnTo>
                  <a:pt x="3020020" y="504752"/>
                </a:lnTo>
                <a:lnTo>
                  <a:pt x="3036987" y="501718"/>
                </a:lnTo>
                <a:lnTo>
                  <a:pt x="3053953" y="502458"/>
                </a:lnTo>
                <a:lnTo>
                  <a:pt x="3070920" y="505707"/>
                </a:lnTo>
                <a:lnTo>
                  <a:pt x="3087886" y="511023"/>
                </a:lnTo>
                <a:lnTo>
                  <a:pt x="3104852" y="516652"/>
                </a:lnTo>
                <a:lnTo>
                  <a:pt x="3121819" y="520945"/>
                </a:lnTo>
                <a:lnTo>
                  <a:pt x="3138785" y="525068"/>
                </a:lnTo>
                <a:lnTo>
                  <a:pt x="3155752" y="528005"/>
                </a:lnTo>
                <a:lnTo>
                  <a:pt x="3172718" y="525278"/>
                </a:lnTo>
                <a:lnTo>
                  <a:pt x="3189684" y="517229"/>
                </a:lnTo>
                <a:lnTo>
                  <a:pt x="3206651" y="512172"/>
                </a:lnTo>
                <a:lnTo>
                  <a:pt x="3223617" y="514051"/>
                </a:lnTo>
                <a:lnTo>
                  <a:pt x="3240584" y="512655"/>
                </a:lnTo>
                <a:lnTo>
                  <a:pt x="3257550" y="498455"/>
                </a:lnTo>
                <a:lnTo>
                  <a:pt x="3274516" y="474017"/>
                </a:lnTo>
                <a:lnTo>
                  <a:pt x="3291483" y="447490"/>
                </a:lnTo>
                <a:lnTo>
                  <a:pt x="3308449" y="426435"/>
                </a:lnTo>
                <a:lnTo>
                  <a:pt x="3325416" y="415489"/>
                </a:lnTo>
                <a:lnTo>
                  <a:pt x="3342382" y="413494"/>
                </a:lnTo>
                <a:lnTo>
                  <a:pt x="3359348" y="414872"/>
                </a:lnTo>
                <a:lnTo>
                  <a:pt x="3376315" y="416452"/>
                </a:lnTo>
                <a:lnTo>
                  <a:pt x="3393281" y="420574"/>
                </a:lnTo>
                <a:lnTo>
                  <a:pt x="3410248" y="430878"/>
                </a:lnTo>
                <a:lnTo>
                  <a:pt x="3427214" y="447072"/>
                </a:lnTo>
                <a:lnTo>
                  <a:pt x="3444180" y="465761"/>
                </a:lnTo>
                <a:lnTo>
                  <a:pt x="3461147" y="485364"/>
                </a:lnTo>
                <a:lnTo>
                  <a:pt x="3478113" y="504858"/>
                </a:lnTo>
                <a:lnTo>
                  <a:pt x="3495080" y="523003"/>
                </a:lnTo>
                <a:lnTo>
                  <a:pt x="3512046" y="538751"/>
                </a:lnTo>
                <a:lnTo>
                  <a:pt x="3529013" y="548403"/>
                </a:lnTo>
                <a:lnTo>
                  <a:pt x="3545979" y="545651"/>
                </a:lnTo>
                <a:lnTo>
                  <a:pt x="3562945" y="534815"/>
                </a:lnTo>
                <a:lnTo>
                  <a:pt x="3579912" y="528915"/>
                </a:lnTo>
                <a:lnTo>
                  <a:pt x="3596878" y="531693"/>
                </a:lnTo>
                <a:lnTo>
                  <a:pt x="3613845" y="534603"/>
                </a:lnTo>
                <a:lnTo>
                  <a:pt x="3630811" y="527970"/>
                </a:lnTo>
                <a:lnTo>
                  <a:pt x="3647777" y="511815"/>
                </a:lnTo>
                <a:lnTo>
                  <a:pt x="3664744" y="494320"/>
                </a:lnTo>
                <a:lnTo>
                  <a:pt x="3681710" y="481126"/>
                </a:lnTo>
                <a:lnTo>
                  <a:pt x="3698677" y="471603"/>
                </a:lnTo>
                <a:lnTo>
                  <a:pt x="3715643" y="465976"/>
                </a:lnTo>
                <a:lnTo>
                  <a:pt x="3732609" y="467023"/>
                </a:lnTo>
                <a:lnTo>
                  <a:pt x="3749576" y="473818"/>
                </a:lnTo>
                <a:lnTo>
                  <a:pt x="3766542" y="482749"/>
                </a:lnTo>
                <a:lnTo>
                  <a:pt x="3783509" y="490490"/>
                </a:lnTo>
                <a:lnTo>
                  <a:pt x="3800475" y="495001"/>
                </a:lnTo>
                <a:lnTo>
                  <a:pt x="3817441" y="496464"/>
                </a:lnTo>
                <a:lnTo>
                  <a:pt x="3834408" y="499887"/>
                </a:lnTo>
                <a:lnTo>
                  <a:pt x="3851374" y="509610"/>
                </a:lnTo>
                <a:lnTo>
                  <a:pt x="3868341" y="520236"/>
                </a:lnTo>
                <a:lnTo>
                  <a:pt x="3885307" y="523122"/>
                </a:lnTo>
                <a:lnTo>
                  <a:pt x="3902273" y="517479"/>
                </a:lnTo>
                <a:lnTo>
                  <a:pt x="3919240" y="507176"/>
                </a:lnTo>
                <a:lnTo>
                  <a:pt x="3936206" y="490317"/>
                </a:lnTo>
                <a:lnTo>
                  <a:pt x="3953173" y="464190"/>
                </a:lnTo>
                <a:lnTo>
                  <a:pt x="3970139" y="436888"/>
                </a:lnTo>
                <a:lnTo>
                  <a:pt x="3987105" y="419704"/>
                </a:lnTo>
                <a:lnTo>
                  <a:pt x="4004072" y="415825"/>
                </a:lnTo>
                <a:lnTo>
                  <a:pt x="4021038" y="422614"/>
                </a:lnTo>
                <a:lnTo>
                  <a:pt x="4038005" y="434931"/>
                </a:lnTo>
                <a:lnTo>
                  <a:pt x="4054971" y="449257"/>
                </a:lnTo>
                <a:lnTo>
                  <a:pt x="4071938" y="465995"/>
                </a:lnTo>
                <a:lnTo>
                  <a:pt x="4088904" y="485175"/>
                </a:lnTo>
                <a:lnTo>
                  <a:pt x="4105870" y="503351"/>
                </a:lnTo>
                <a:lnTo>
                  <a:pt x="4122837" y="513717"/>
                </a:lnTo>
                <a:lnTo>
                  <a:pt x="4139803" y="511563"/>
                </a:lnTo>
                <a:lnTo>
                  <a:pt x="4156770" y="498171"/>
                </a:lnTo>
                <a:lnTo>
                  <a:pt x="4173736" y="476856"/>
                </a:lnTo>
                <a:lnTo>
                  <a:pt x="4190702" y="458819"/>
                </a:lnTo>
                <a:lnTo>
                  <a:pt x="4207669" y="456033"/>
                </a:lnTo>
                <a:lnTo>
                  <a:pt x="4224635" y="465491"/>
                </a:lnTo>
                <a:lnTo>
                  <a:pt x="4241602" y="477826"/>
                </a:lnTo>
                <a:lnTo>
                  <a:pt x="4258568" y="491044"/>
                </a:lnTo>
                <a:lnTo>
                  <a:pt x="4275534" y="506329"/>
                </a:lnTo>
                <a:lnTo>
                  <a:pt x="4292501" y="522088"/>
                </a:lnTo>
                <a:lnTo>
                  <a:pt x="4309467" y="535181"/>
                </a:lnTo>
                <a:lnTo>
                  <a:pt x="4326434" y="542603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C78B5"/>
            </a:solidFill>
            <a:prstDash val="solid"/>
          </a:ln>
        </p:spPr>
      </p:sp>
      <p:sp>
        <p:nvSpPr>
          <p:cNvPr id="21" name="recorded-RAFa4">
            <a:extLst xmlns:a="http://schemas.openxmlformats.org/drawingml/2006/main">
              <a:ext uri="{FF2B5EF4-FFF2-40B4-BE49-F238E27FC236}">
                <a16:creationId xmlns:a16="http://schemas.microsoft.com/office/drawing/2014/main" id="{03DDD5CA-97B4-452B-AB02-DF0639C6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4343400" cy="921744"/>
          </a:xfrm>
          <a:custGeom xmlns:a="http://schemas.openxmlformats.org/drawingml/2006/main">
            <a:pathLst>
              <a:path w="4343400" h="921744">
                <a:moveTo>
                  <a:pt x="0" y="155551"/>
                </a:moveTo>
                <a:lnTo>
                  <a:pt x="16966" y="144692"/>
                </a:lnTo>
                <a:lnTo>
                  <a:pt x="33933" y="150108"/>
                </a:lnTo>
                <a:lnTo>
                  <a:pt x="50899" y="165342"/>
                </a:lnTo>
                <a:lnTo>
                  <a:pt x="67866" y="178958"/>
                </a:lnTo>
                <a:lnTo>
                  <a:pt x="84832" y="188963"/>
                </a:lnTo>
                <a:lnTo>
                  <a:pt x="101798" y="198106"/>
                </a:lnTo>
                <a:lnTo>
                  <a:pt x="118765" y="206114"/>
                </a:lnTo>
                <a:lnTo>
                  <a:pt x="135731" y="210412"/>
                </a:lnTo>
                <a:lnTo>
                  <a:pt x="152698" y="208111"/>
                </a:lnTo>
                <a:lnTo>
                  <a:pt x="169664" y="201801"/>
                </a:lnTo>
                <a:lnTo>
                  <a:pt x="186630" y="201410"/>
                </a:lnTo>
                <a:lnTo>
                  <a:pt x="203597" y="215040"/>
                </a:lnTo>
                <a:lnTo>
                  <a:pt x="220563" y="239479"/>
                </a:lnTo>
                <a:lnTo>
                  <a:pt x="237530" y="262170"/>
                </a:lnTo>
                <a:lnTo>
                  <a:pt x="254496" y="272161"/>
                </a:lnTo>
                <a:lnTo>
                  <a:pt x="271463" y="267678"/>
                </a:lnTo>
                <a:lnTo>
                  <a:pt x="288429" y="256814"/>
                </a:lnTo>
                <a:lnTo>
                  <a:pt x="305395" y="249964"/>
                </a:lnTo>
                <a:lnTo>
                  <a:pt x="322362" y="249789"/>
                </a:lnTo>
                <a:lnTo>
                  <a:pt x="339328" y="251359"/>
                </a:lnTo>
                <a:lnTo>
                  <a:pt x="356295" y="249787"/>
                </a:lnTo>
                <a:lnTo>
                  <a:pt x="373261" y="244290"/>
                </a:lnTo>
                <a:lnTo>
                  <a:pt x="390227" y="236456"/>
                </a:lnTo>
                <a:lnTo>
                  <a:pt x="407194" y="229114"/>
                </a:lnTo>
                <a:lnTo>
                  <a:pt x="424160" y="226247"/>
                </a:lnTo>
                <a:lnTo>
                  <a:pt x="441127" y="229207"/>
                </a:lnTo>
                <a:lnTo>
                  <a:pt x="458093" y="235854"/>
                </a:lnTo>
                <a:lnTo>
                  <a:pt x="475059" y="241953"/>
                </a:lnTo>
                <a:lnTo>
                  <a:pt x="492026" y="237581"/>
                </a:lnTo>
                <a:lnTo>
                  <a:pt x="508992" y="209411"/>
                </a:lnTo>
                <a:lnTo>
                  <a:pt x="525959" y="157713"/>
                </a:lnTo>
                <a:lnTo>
                  <a:pt x="542925" y="114076"/>
                </a:lnTo>
                <a:lnTo>
                  <a:pt x="559891" y="121798"/>
                </a:lnTo>
                <a:lnTo>
                  <a:pt x="576858" y="184015"/>
                </a:lnTo>
                <a:lnTo>
                  <a:pt x="593824" y="256588"/>
                </a:lnTo>
                <a:lnTo>
                  <a:pt x="610791" y="295931"/>
                </a:lnTo>
                <a:lnTo>
                  <a:pt x="627757" y="292924"/>
                </a:lnTo>
                <a:lnTo>
                  <a:pt x="644723" y="265980"/>
                </a:lnTo>
                <a:lnTo>
                  <a:pt x="661690" y="234485"/>
                </a:lnTo>
                <a:lnTo>
                  <a:pt x="678656" y="205526"/>
                </a:lnTo>
                <a:lnTo>
                  <a:pt x="695623" y="182997"/>
                </a:lnTo>
                <a:lnTo>
                  <a:pt x="712589" y="173396"/>
                </a:lnTo>
                <a:lnTo>
                  <a:pt x="729555" y="176749"/>
                </a:lnTo>
                <a:lnTo>
                  <a:pt x="746522" y="184090"/>
                </a:lnTo>
                <a:lnTo>
                  <a:pt x="763488" y="186761"/>
                </a:lnTo>
                <a:lnTo>
                  <a:pt x="780455" y="180758"/>
                </a:lnTo>
                <a:lnTo>
                  <a:pt x="797421" y="169214"/>
                </a:lnTo>
                <a:lnTo>
                  <a:pt x="814388" y="163654"/>
                </a:lnTo>
                <a:lnTo>
                  <a:pt x="831354" y="176629"/>
                </a:lnTo>
                <a:lnTo>
                  <a:pt x="848320" y="207561"/>
                </a:lnTo>
                <a:lnTo>
                  <a:pt x="865287" y="240109"/>
                </a:lnTo>
                <a:lnTo>
                  <a:pt x="882253" y="258888"/>
                </a:lnTo>
                <a:lnTo>
                  <a:pt x="899220" y="262464"/>
                </a:lnTo>
                <a:lnTo>
                  <a:pt x="916186" y="258652"/>
                </a:lnTo>
                <a:lnTo>
                  <a:pt x="933152" y="254745"/>
                </a:lnTo>
                <a:lnTo>
                  <a:pt x="950119" y="253147"/>
                </a:lnTo>
                <a:lnTo>
                  <a:pt x="967085" y="249879"/>
                </a:lnTo>
                <a:lnTo>
                  <a:pt x="984052" y="237664"/>
                </a:lnTo>
                <a:lnTo>
                  <a:pt x="1001018" y="216309"/>
                </a:lnTo>
                <a:lnTo>
                  <a:pt x="1017984" y="196751"/>
                </a:lnTo>
                <a:lnTo>
                  <a:pt x="1034951" y="193454"/>
                </a:lnTo>
                <a:lnTo>
                  <a:pt x="1051917" y="207958"/>
                </a:lnTo>
                <a:lnTo>
                  <a:pt x="1068884" y="225606"/>
                </a:lnTo>
                <a:lnTo>
                  <a:pt x="1085850" y="233517"/>
                </a:lnTo>
                <a:lnTo>
                  <a:pt x="1102816" y="232266"/>
                </a:lnTo>
                <a:lnTo>
                  <a:pt x="1119783" y="229715"/>
                </a:lnTo>
                <a:lnTo>
                  <a:pt x="1136749" y="231408"/>
                </a:lnTo>
                <a:lnTo>
                  <a:pt x="1153716" y="237869"/>
                </a:lnTo>
                <a:lnTo>
                  <a:pt x="1170682" y="247378"/>
                </a:lnTo>
                <a:lnTo>
                  <a:pt x="1187648" y="254942"/>
                </a:lnTo>
                <a:lnTo>
                  <a:pt x="1204615" y="253642"/>
                </a:lnTo>
                <a:lnTo>
                  <a:pt x="1221581" y="242332"/>
                </a:lnTo>
                <a:lnTo>
                  <a:pt x="1238548" y="227544"/>
                </a:lnTo>
                <a:lnTo>
                  <a:pt x="1255514" y="213439"/>
                </a:lnTo>
                <a:lnTo>
                  <a:pt x="1272480" y="194541"/>
                </a:lnTo>
                <a:lnTo>
                  <a:pt x="1289447" y="161977"/>
                </a:lnTo>
                <a:lnTo>
                  <a:pt x="1306413" y="117237"/>
                </a:lnTo>
                <a:lnTo>
                  <a:pt x="1323380" y="87067"/>
                </a:lnTo>
                <a:lnTo>
                  <a:pt x="1340346" y="111165"/>
                </a:lnTo>
                <a:lnTo>
                  <a:pt x="1357313" y="190139"/>
                </a:lnTo>
                <a:lnTo>
                  <a:pt x="1374279" y="271355"/>
                </a:lnTo>
                <a:lnTo>
                  <a:pt x="1391245" y="305445"/>
                </a:lnTo>
                <a:lnTo>
                  <a:pt x="1408212" y="292231"/>
                </a:lnTo>
                <a:lnTo>
                  <a:pt x="1425178" y="265723"/>
                </a:lnTo>
                <a:lnTo>
                  <a:pt x="1442145" y="252419"/>
                </a:lnTo>
                <a:lnTo>
                  <a:pt x="1459111" y="252188"/>
                </a:lnTo>
                <a:lnTo>
                  <a:pt x="1476077" y="250866"/>
                </a:lnTo>
                <a:lnTo>
                  <a:pt x="1493044" y="241820"/>
                </a:lnTo>
                <a:lnTo>
                  <a:pt x="1510010" y="231170"/>
                </a:lnTo>
                <a:lnTo>
                  <a:pt x="1526977" y="228355"/>
                </a:lnTo>
                <a:lnTo>
                  <a:pt x="1543943" y="237062"/>
                </a:lnTo>
                <a:lnTo>
                  <a:pt x="1560909" y="254239"/>
                </a:lnTo>
                <a:lnTo>
                  <a:pt x="1577876" y="271608"/>
                </a:lnTo>
                <a:lnTo>
                  <a:pt x="1594842" y="280463"/>
                </a:lnTo>
                <a:lnTo>
                  <a:pt x="1611809" y="279200"/>
                </a:lnTo>
                <a:lnTo>
                  <a:pt x="1628775" y="274595"/>
                </a:lnTo>
                <a:lnTo>
                  <a:pt x="1645741" y="275070"/>
                </a:lnTo>
                <a:lnTo>
                  <a:pt x="1662708" y="281691"/>
                </a:lnTo>
                <a:lnTo>
                  <a:pt x="1679674" y="287358"/>
                </a:lnTo>
                <a:lnTo>
                  <a:pt x="1696641" y="287353"/>
                </a:lnTo>
                <a:lnTo>
                  <a:pt x="1713607" y="285017"/>
                </a:lnTo>
                <a:lnTo>
                  <a:pt x="1730573" y="285450"/>
                </a:lnTo>
                <a:lnTo>
                  <a:pt x="1747540" y="287232"/>
                </a:lnTo>
                <a:lnTo>
                  <a:pt x="1764506" y="281307"/>
                </a:lnTo>
                <a:lnTo>
                  <a:pt x="1781473" y="262112"/>
                </a:lnTo>
                <a:lnTo>
                  <a:pt x="1798439" y="241704"/>
                </a:lnTo>
                <a:lnTo>
                  <a:pt x="1815405" y="241128"/>
                </a:lnTo>
                <a:lnTo>
                  <a:pt x="1832372" y="261658"/>
                </a:lnTo>
                <a:lnTo>
                  <a:pt x="1849338" y="278525"/>
                </a:lnTo>
                <a:lnTo>
                  <a:pt x="1866305" y="265146"/>
                </a:lnTo>
                <a:lnTo>
                  <a:pt x="1883271" y="216093"/>
                </a:lnTo>
                <a:lnTo>
                  <a:pt x="1900238" y="152762"/>
                </a:lnTo>
                <a:lnTo>
                  <a:pt x="1917204" y="107177"/>
                </a:lnTo>
                <a:lnTo>
                  <a:pt x="1934170" y="92921"/>
                </a:lnTo>
                <a:lnTo>
                  <a:pt x="1951137" y="99571"/>
                </a:lnTo>
                <a:lnTo>
                  <a:pt x="1968103" y="115848"/>
                </a:lnTo>
                <a:lnTo>
                  <a:pt x="1985070" y="144032"/>
                </a:lnTo>
                <a:lnTo>
                  <a:pt x="2002036" y="185391"/>
                </a:lnTo>
                <a:lnTo>
                  <a:pt x="2019002" y="225042"/>
                </a:lnTo>
                <a:lnTo>
                  <a:pt x="2035969" y="246801"/>
                </a:lnTo>
                <a:lnTo>
                  <a:pt x="2052935" y="251522"/>
                </a:lnTo>
                <a:lnTo>
                  <a:pt x="2069902" y="250621"/>
                </a:lnTo>
                <a:lnTo>
                  <a:pt x="2086868" y="253154"/>
                </a:lnTo>
                <a:lnTo>
                  <a:pt x="2103834" y="260513"/>
                </a:lnTo>
                <a:lnTo>
                  <a:pt x="2120801" y="267842"/>
                </a:lnTo>
                <a:lnTo>
                  <a:pt x="2137767" y="270338"/>
                </a:lnTo>
                <a:lnTo>
                  <a:pt x="2154734" y="268139"/>
                </a:lnTo>
                <a:lnTo>
                  <a:pt x="2171700" y="265126"/>
                </a:lnTo>
                <a:lnTo>
                  <a:pt x="2188666" y="263897"/>
                </a:lnTo>
                <a:lnTo>
                  <a:pt x="2205633" y="263791"/>
                </a:lnTo>
                <a:lnTo>
                  <a:pt x="2222599" y="261864"/>
                </a:lnTo>
                <a:lnTo>
                  <a:pt x="2239566" y="258190"/>
                </a:lnTo>
                <a:lnTo>
                  <a:pt x="2256532" y="255736"/>
                </a:lnTo>
                <a:lnTo>
                  <a:pt x="2273498" y="253348"/>
                </a:lnTo>
                <a:lnTo>
                  <a:pt x="2290465" y="246738"/>
                </a:lnTo>
                <a:lnTo>
                  <a:pt x="2307431" y="237016"/>
                </a:lnTo>
                <a:lnTo>
                  <a:pt x="2324398" y="229309"/>
                </a:lnTo>
                <a:lnTo>
                  <a:pt x="2341364" y="226870"/>
                </a:lnTo>
                <a:lnTo>
                  <a:pt x="2358330" y="229831"/>
                </a:lnTo>
                <a:lnTo>
                  <a:pt x="2375297" y="235493"/>
                </a:lnTo>
                <a:lnTo>
                  <a:pt x="2392263" y="241092"/>
                </a:lnTo>
                <a:lnTo>
                  <a:pt x="2409230" y="243960"/>
                </a:lnTo>
                <a:lnTo>
                  <a:pt x="2426196" y="237754"/>
                </a:lnTo>
                <a:lnTo>
                  <a:pt x="2443163" y="209825"/>
                </a:lnTo>
                <a:lnTo>
                  <a:pt x="2460129" y="152597"/>
                </a:lnTo>
                <a:lnTo>
                  <a:pt x="2477095" y="83868"/>
                </a:lnTo>
                <a:lnTo>
                  <a:pt x="2494062" y="41897"/>
                </a:lnTo>
                <a:lnTo>
                  <a:pt x="2511028" y="49005"/>
                </a:lnTo>
                <a:lnTo>
                  <a:pt x="2527995" y="84800"/>
                </a:lnTo>
                <a:lnTo>
                  <a:pt x="2544961" y="109406"/>
                </a:lnTo>
                <a:lnTo>
                  <a:pt x="2561927" y="110441"/>
                </a:lnTo>
                <a:lnTo>
                  <a:pt x="2578894" y="109690"/>
                </a:lnTo>
                <a:lnTo>
                  <a:pt x="2595860" y="126162"/>
                </a:lnTo>
                <a:lnTo>
                  <a:pt x="2612827" y="154484"/>
                </a:lnTo>
                <a:lnTo>
                  <a:pt x="2629793" y="178816"/>
                </a:lnTo>
                <a:lnTo>
                  <a:pt x="2646759" y="190297"/>
                </a:lnTo>
                <a:lnTo>
                  <a:pt x="2663726" y="191507"/>
                </a:lnTo>
                <a:lnTo>
                  <a:pt x="2680692" y="190395"/>
                </a:lnTo>
                <a:lnTo>
                  <a:pt x="2697659" y="191122"/>
                </a:lnTo>
                <a:lnTo>
                  <a:pt x="2714625" y="192138"/>
                </a:lnTo>
                <a:lnTo>
                  <a:pt x="2731591" y="189272"/>
                </a:lnTo>
                <a:lnTo>
                  <a:pt x="2748558" y="178342"/>
                </a:lnTo>
                <a:lnTo>
                  <a:pt x="2765524" y="160657"/>
                </a:lnTo>
                <a:lnTo>
                  <a:pt x="2782491" y="149540"/>
                </a:lnTo>
                <a:lnTo>
                  <a:pt x="2799457" y="160923"/>
                </a:lnTo>
                <a:lnTo>
                  <a:pt x="2816423" y="192101"/>
                </a:lnTo>
                <a:lnTo>
                  <a:pt x="2833390" y="223586"/>
                </a:lnTo>
                <a:lnTo>
                  <a:pt x="2850356" y="241972"/>
                </a:lnTo>
                <a:lnTo>
                  <a:pt x="2867323" y="250463"/>
                </a:lnTo>
                <a:lnTo>
                  <a:pt x="2884289" y="259689"/>
                </a:lnTo>
                <a:lnTo>
                  <a:pt x="2901255" y="275020"/>
                </a:lnTo>
                <a:lnTo>
                  <a:pt x="2918222" y="289310"/>
                </a:lnTo>
                <a:lnTo>
                  <a:pt x="2935188" y="292220"/>
                </a:lnTo>
                <a:lnTo>
                  <a:pt x="2952155" y="282872"/>
                </a:lnTo>
                <a:lnTo>
                  <a:pt x="2969121" y="266894"/>
                </a:lnTo>
                <a:lnTo>
                  <a:pt x="2986088" y="250618"/>
                </a:lnTo>
                <a:lnTo>
                  <a:pt x="3003054" y="237233"/>
                </a:lnTo>
                <a:lnTo>
                  <a:pt x="3020020" y="225196"/>
                </a:lnTo>
                <a:lnTo>
                  <a:pt x="3036987" y="214063"/>
                </a:lnTo>
                <a:lnTo>
                  <a:pt x="3053953" y="205318"/>
                </a:lnTo>
                <a:lnTo>
                  <a:pt x="3070920" y="199262"/>
                </a:lnTo>
                <a:lnTo>
                  <a:pt x="3087886" y="194292"/>
                </a:lnTo>
                <a:lnTo>
                  <a:pt x="3104852" y="187332"/>
                </a:lnTo>
                <a:lnTo>
                  <a:pt x="3121819" y="175147"/>
                </a:lnTo>
                <a:lnTo>
                  <a:pt x="3138785" y="154358"/>
                </a:lnTo>
                <a:lnTo>
                  <a:pt x="3155752" y="131036"/>
                </a:lnTo>
                <a:lnTo>
                  <a:pt x="3172718" y="125357"/>
                </a:lnTo>
                <a:lnTo>
                  <a:pt x="3189684" y="148000"/>
                </a:lnTo>
                <a:lnTo>
                  <a:pt x="3206651" y="179155"/>
                </a:lnTo>
                <a:lnTo>
                  <a:pt x="3223617" y="189986"/>
                </a:lnTo>
                <a:lnTo>
                  <a:pt x="3240584" y="175161"/>
                </a:lnTo>
                <a:lnTo>
                  <a:pt x="3257550" y="151885"/>
                </a:lnTo>
                <a:lnTo>
                  <a:pt x="3274516" y="137976"/>
                </a:lnTo>
                <a:lnTo>
                  <a:pt x="3291483" y="139595"/>
                </a:lnTo>
                <a:lnTo>
                  <a:pt x="3308449" y="154787"/>
                </a:lnTo>
                <a:lnTo>
                  <a:pt x="3325416" y="181503"/>
                </a:lnTo>
                <a:lnTo>
                  <a:pt x="3342382" y="216291"/>
                </a:lnTo>
                <a:lnTo>
                  <a:pt x="3359348" y="249593"/>
                </a:lnTo>
                <a:lnTo>
                  <a:pt x="3376315" y="270545"/>
                </a:lnTo>
                <a:lnTo>
                  <a:pt x="3393281" y="275181"/>
                </a:lnTo>
                <a:lnTo>
                  <a:pt x="3410248" y="268104"/>
                </a:lnTo>
                <a:lnTo>
                  <a:pt x="3427214" y="259123"/>
                </a:lnTo>
                <a:lnTo>
                  <a:pt x="3444180" y="256301"/>
                </a:lnTo>
                <a:lnTo>
                  <a:pt x="3461147" y="259398"/>
                </a:lnTo>
                <a:lnTo>
                  <a:pt x="3478113" y="260757"/>
                </a:lnTo>
                <a:lnTo>
                  <a:pt x="3495080" y="254763"/>
                </a:lnTo>
                <a:lnTo>
                  <a:pt x="3512046" y="245561"/>
                </a:lnTo>
                <a:lnTo>
                  <a:pt x="3529013" y="240178"/>
                </a:lnTo>
                <a:lnTo>
                  <a:pt x="3545979" y="240249"/>
                </a:lnTo>
                <a:lnTo>
                  <a:pt x="3562945" y="237924"/>
                </a:lnTo>
                <a:lnTo>
                  <a:pt x="3579912" y="219548"/>
                </a:lnTo>
                <a:lnTo>
                  <a:pt x="3596878" y="182347"/>
                </a:lnTo>
                <a:lnTo>
                  <a:pt x="3613845" y="148827"/>
                </a:lnTo>
                <a:lnTo>
                  <a:pt x="3630811" y="153687"/>
                </a:lnTo>
                <a:lnTo>
                  <a:pt x="3647777" y="199844"/>
                </a:lnTo>
                <a:lnTo>
                  <a:pt x="3664744" y="253211"/>
                </a:lnTo>
                <a:lnTo>
                  <a:pt x="3681710" y="283627"/>
                </a:lnTo>
                <a:lnTo>
                  <a:pt x="3698677" y="284450"/>
                </a:lnTo>
                <a:lnTo>
                  <a:pt x="3715643" y="265374"/>
                </a:lnTo>
                <a:lnTo>
                  <a:pt x="3732609" y="239930"/>
                </a:lnTo>
                <a:lnTo>
                  <a:pt x="3749576" y="216628"/>
                </a:lnTo>
                <a:lnTo>
                  <a:pt x="3766542" y="198723"/>
                </a:lnTo>
                <a:lnTo>
                  <a:pt x="3783509" y="187050"/>
                </a:lnTo>
                <a:lnTo>
                  <a:pt x="3800475" y="180382"/>
                </a:lnTo>
                <a:lnTo>
                  <a:pt x="3817441" y="176469"/>
                </a:lnTo>
                <a:lnTo>
                  <a:pt x="3834408" y="176216"/>
                </a:lnTo>
                <a:lnTo>
                  <a:pt x="3851374" y="185542"/>
                </a:lnTo>
                <a:lnTo>
                  <a:pt x="3868341" y="204308"/>
                </a:lnTo>
                <a:lnTo>
                  <a:pt x="3885307" y="219892"/>
                </a:lnTo>
                <a:lnTo>
                  <a:pt x="3902273" y="221500"/>
                </a:lnTo>
                <a:lnTo>
                  <a:pt x="3919240" y="214692"/>
                </a:lnTo>
                <a:lnTo>
                  <a:pt x="3936206" y="211913"/>
                </a:lnTo>
                <a:lnTo>
                  <a:pt x="3953173" y="214818"/>
                </a:lnTo>
                <a:lnTo>
                  <a:pt x="3970139" y="216485"/>
                </a:lnTo>
                <a:lnTo>
                  <a:pt x="3987105" y="214818"/>
                </a:lnTo>
                <a:lnTo>
                  <a:pt x="4004072" y="215327"/>
                </a:lnTo>
                <a:lnTo>
                  <a:pt x="4021038" y="221698"/>
                </a:lnTo>
                <a:lnTo>
                  <a:pt x="4038005" y="233469"/>
                </a:lnTo>
                <a:lnTo>
                  <a:pt x="4054971" y="247264"/>
                </a:lnTo>
                <a:lnTo>
                  <a:pt x="4071938" y="252079"/>
                </a:lnTo>
                <a:lnTo>
                  <a:pt x="4088904" y="235021"/>
                </a:lnTo>
                <a:lnTo>
                  <a:pt x="4105870" y="205212"/>
                </a:lnTo>
                <a:lnTo>
                  <a:pt x="4122837" y="199086"/>
                </a:lnTo>
                <a:lnTo>
                  <a:pt x="4139803" y="237844"/>
                </a:lnTo>
                <a:lnTo>
                  <a:pt x="4156770" y="295794"/>
                </a:lnTo>
                <a:lnTo>
                  <a:pt x="4173736" y="333467"/>
                </a:lnTo>
                <a:lnTo>
                  <a:pt x="4190702" y="340643"/>
                </a:lnTo>
                <a:lnTo>
                  <a:pt x="4207669" y="333877"/>
                </a:lnTo>
                <a:lnTo>
                  <a:pt x="4224635" y="329257"/>
                </a:lnTo>
                <a:lnTo>
                  <a:pt x="4241602" y="326909"/>
                </a:lnTo>
                <a:lnTo>
                  <a:pt x="4258568" y="318983"/>
                </a:lnTo>
                <a:lnTo>
                  <a:pt x="4275534" y="304152"/>
                </a:lnTo>
                <a:lnTo>
                  <a:pt x="4292501" y="288417"/>
                </a:lnTo>
                <a:lnTo>
                  <a:pt x="4309467" y="274840"/>
                </a:lnTo>
                <a:lnTo>
                  <a:pt x="4326434" y="258539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C78B5"/>
            </a:solidFill>
            <a:prstDash val="solid"/>
          </a:ln>
        </p:spPr>
      </p:sp>
      <p:sp>
        <p:nvSpPr>
          <p:cNvPr id="22" name="preprocessing">
            <a:extLst xmlns:a="http://schemas.openxmlformats.org/drawingml/2006/main">
              <a:ext uri="{FF2B5EF4-FFF2-40B4-BE49-F238E27FC236}">
                <a16:creationId xmlns:a16="http://schemas.microsoft.com/office/drawing/2014/main" id="{6A941C60-B0EB-43A8-A231-E7DA4445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4191000" cy="742950"/>
          </a:xfrm>
          <a:prstGeom xmlns:a="http://schemas.openxmlformats.org/drawingml/2006/main" prst="roundRect">
            <a:avLst>
              <a:gd name="adj" fmla="val 14103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16193">
            <a:solidFill>
              <a:srgbClr val="4C78B5"/>
            </a:solidFill>
            <a:prstDash val="solid"/>
          </a:ln>
        </p:spPr>
      </p:sp>
      <p:sp>
        <p:nvSpPr>
          <p:cNvPr id="23" name="preprocessing-label">
            <a:extLst xmlns:a="http://schemas.openxmlformats.org/drawingml/2006/main">
              <a:ext uri="{FF2B5EF4-FFF2-40B4-BE49-F238E27FC236}">
                <a16:creationId xmlns:a16="http://schemas.microsoft.com/office/drawing/2014/main" id="{80F13D55-CA4E-4AFF-963B-BAD33F0A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228975"/>
            <a:ext cx="4057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Referencing and filtering</a:t>
            </a:r>
          </a:p>
          <a:p xmlns:a="http://schemas.openxmlformats.org/drawingml/2006/main">
            <a:pPr algn="ctr">
              <a:defRPr sz="1725" b="0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Training-set standardization</a:t>
            </a:r>
          </a:p>
        </p:txBody>
      </p:sp>
      <p:sp>
        <p:nvSpPr>
          <p:cNvPr id="24" name="standardized-x-0-base">
            <a:extLst xmlns:a="http://schemas.openxmlformats.org/drawingml/2006/main">
              <a:ext uri="{FF2B5EF4-FFF2-40B4-BE49-F238E27FC236}">
                <a16:creationId xmlns:a16="http://schemas.microsoft.com/office/drawing/2014/main" id="{488AE220-85E4-45A0-8DB2-C915C10A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9406" y="3590925"/>
            <a:ext cx="138112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4C78B5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1" i="0">
                <a:solidFill>
                  <a:srgbClr val="4C78B5"/>
                </a:solidFill>
                <a:latin typeface="Cambria Math"/>
                <a:ea typeface="Cambria Math"/>
                <a:cs typeface="Cambria Math"/>
              </a:rPr>
              <a:t>x</a:t>
            </a:r>
          </a:p>
        </p:txBody>
      </p:sp>
      <p:sp>
        <p:nvSpPr>
          <p:cNvPr id="25" name="standardized-x-0-sub">
            <a:extLst xmlns:a="http://schemas.openxmlformats.org/drawingml/2006/main">
              <a:ext uri="{FF2B5EF4-FFF2-40B4-BE49-F238E27FC236}">
                <a16:creationId xmlns:a16="http://schemas.microsoft.com/office/drawing/2014/main" id="{17804280-929F-41B0-B357-6EE713E5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994" y="3757613"/>
            <a:ext cx="104775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44" b="0" i="0">
                <a:solidFill>
                  <a:srgbClr val="4C78B5"/>
                </a:solidFill>
                <a:latin typeface="Cambria Math"/>
                <a:ea typeface="Cambria Math"/>
                <a:cs typeface="Cambria Math"/>
              </a:defRPr>
            </a:pPr>
            <a:r>
              <a:rPr sz="1144" b="0" i="0">
                <a:solidFill>
                  <a:srgbClr val="4C78B5"/>
                </a:solidFill>
                <a:latin typeface="Cambria Math"/>
                <a:ea typeface="Cambria Math"/>
                <a:cs typeface="Cambria Math"/>
              </a:rPr>
              <a:t>t</a:t>
            </a:r>
          </a:p>
        </p:txBody>
      </p:sp>
      <p:sp>
        <p:nvSpPr>
          <p:cNvPr id="26" name="standardized-x-0-tilde">
            <a:extLst xmlns:a="http://schemas.openxmlformats.org/drawingml/2006/main">
              <a:ext uri="{FF2B5EF4-FFF2-40B4-BE49-F238E27FC236}">
                <a16:creationId xmlns:a16="http://schemas.microsoft.com/office/drawing/2014/main" id="{3B089D58-0ABD-4280-BB07-83BD78D3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931" y="3602831"/>
            <a:ext cx="119062" cy="52388"/>
          </a:xfrm>
          <a:custGeom xmlns:a="http://schemas.openxmlformats.org/drawingml/2006/main">
            <a:pathLst>
              <a:path w="119062" h="52388">
                <a:moveTo>
                  <a:pt x="0" y="39291"/>
                </a:moveTo>
                <a:lnTo>
                  <a:pt x="21431" y="11525"/>
                </a:lnTo>
                <a:lnTo>
                  <a:pt x="42862" y="8906"/>
                </a:lnTo>
                <a:lnTo>
                  <a:pt x="71437" y="37719"/>
                </a:lnTo>
                <a:lnTo>
                  <a:pt x="95250" y="40862"/>
                </a:lnTo>
                <a:lnTo>
                  <a:pt x="119062" y="11525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4C78B5"/>
            </a:solidFill>
            <a:prstDash val="solid"/>
          </a:ln>
        </p:spPr>
      </p:sp>
      <p:sp>
        <p:nvSpPr>
          <p:cNvPr id="27" name="trace-to-pre-0-0">
            <a:extLst xmlns:a="http://schemas.openxmlformats.org/drawingml/2006/main">
              <a:ext uri="{FF2B5EF4-FFF2-40B4-BE49-F238E27FC236}">
                <a16:creationId xmlns:a16="http://schemas.microsoft.com/office/drawing/2014/main" id="{9214B12E-76C8-4737-A50A-E57DCFBE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9421" y="2884646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trace-to-pre-1-1">
            <a:extLst xmlns:a="http://schemas.openxmlformats.org/drawingml/2006/main">
              <a:ext uri="{FF2B5EF4-FFF2-40B4-BE49-F238E27FC236}">
                <a16:creationId xmlns:a16="http://schemas.microsoft.com/office/drawing/2014/main" id="{8A2F98A8-12FF-46B2-B058-A436CA00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9421" y="3122771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42" name=""/>
          <p:cNvCxnSpPr>
            <a:stCxn xmlns:a="http://schemas.openxmlformats.org/drawingml/2006/main" id="27" idx="4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2990850" y="2887504"/>
            <a:ext cx="0" cy="2352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C78B5"/>
            </a:solidFill>
            <a:prstDash val="solid"/>
            <a:tailEnd type="triangle" w="sm" len="sm"/>
          </a:ln>
        </p:spPr>
      </p:cxnSp>
      <p:sp>
        <p:nvSpPr>
          <p:cNvPr id="30" name="pre-to-graph-0-2">
            <a:extLst xmlns:a="http://schemas.openxmlformats.org/drawingml/2006/main">
              <a:ext uri="{FF2B5EF4-FFF2-40B4-BE49-F238E27FC236}">
                <a16:creationId xmlns:a16="http://schemas.microsoft.com/office/drawing/2014/main" id="{D452A7DD-9A8F-4ACA-920B-74A7B6EE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9421" y="3970496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pre-to-graph-1-3">
            <a:extLst xmlns:a="http://schemas.openxmlformats.org/drawingml/2006/main">
              <a:ext uri="{FF2B5EF4-FFF2-40B4-BE49-F238E27FC236}">
                <a16:creationId xmlns:a16="http://schemas.microsoft.com/office/drawing/2014/main" id="{360E8AE0-FD91-4791-97CC-95D1CE26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9421" y="4189571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45" name=""/>
          <p:cNvCxnSpPr>
            <a:stCxn xmlns:a="http://schemas.openxmlformats.org/drawingml/2006/main" id="30" idx="4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2990850" y="3973354"/>
            <a:ext cx="0" cy="2162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C78B5"/>
            </a:solidFill>
            <a:prstDash val="solid"/>
            <a:tailEnd type="triangle" w="sm" len="sm"/>
          </a:ln>
        </p:spPr>
      </p:cxnSp>
      <p:sp>
        <p:nvSpPr>
          <p:cNvPr id="33" name="plv-title">
            <a:extLst xmlns:a="http://schemas.openxmlformats.org/drawingml/2006/main">
              <a:ext uri="{FF2B5EF4-FFF2-40B4-BE49-F238E27FC236}">
                <a16:creationId xmlns:a16="http://schemas.microsoft.com/office/drawing/2014/main" id="{56E3FDEB-B136-4941-BD6F-99B209F0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95775"/>
            <a:ext cx="4114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Connected multiband</a:t>
            </a:r>
          </a:p>
          <a:p xmlns:a="http://schemas.openxmlformats.org/drawingml/2006/main">
            <a:pPr algn="ctr">
              <a:defRPr sz="1875" b="1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PLV network</a:t>
            </a:r>
          </a:p>
        </p:txBody>
      </p:sp>
      <p:sp>
        <p:nvSpPr>
          <p:cNvPr id="34" name="PLV-edge-0">
            <a:extLst xmlns:a="http://schemas.openxmlformats.org/drawingml/2006/main">
              <a:ext uri="{FF2B5EF4-FFF2-40B4-BE49-F238E27FC236}">
                <a16:creationId xmlns:a16="http://schemas.microsoft.com/office/drawing/2014/main" id="{2E3DE215-4388-4C4B-A3FE-C90B9EF0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05400"/>
            <a:ext cx="148860" cy="13024"/>
          </a:xfrm>
          <a:custGeom xmlns:a="http://schemas.openxmlformats.org/drawingml/2006/main">
            <a:pathLst>
              <a:path w="148860" h="13024">
                <a:moveTo>
                  <a:pt x="0" y="0"/>
                </a:moveTo>
                <a:lnTo>
                  <a:pt x="148860" y="13024"/>
                </a:lnTo>
              </a:path>
            </a:pathLst>
          </a:custGeom>
          <a:noFill xmlns:a="http://schemas.openxmlformats.org/drawingml/2006/main"/>
          <a:ln xmlns:a="http://schemas.openxmlformats.org/drawingml/2006/main" w="14968">
            <a:solidFill>
              <a:srgbClr val="B7C4D4"/>
            </a:solidFill>
            <a:prstDash val="solid"/>
          </a:ln>
        </p:spPr>
      </p:sp>
      <p:sp>
        <p:nvSpPr>
          <p:cNvPr id="35" name="PLV-edge-1">
            <a:extLst xmlns:a="http://schemas.openxmlformats.org/drawingml/2006/main">
              <a:ext uri="{FF2B5EF4-FFF2-40B4-BE49-F238E27FC236}">
                <a16:creationId xmlns:a16="http://schemas.microsoft.com/office/drawing/2014/main" id="{572D181F-6E0E-4375-AE13-21C76F03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05400"/>
            <a:ext cx="293197" cy="51699"/>
          </a:xfrm>
          <a:custGeom xmlns:a="http://schemas.openxmlformats.org/drawingml/2006/main">
            <a:pathLst>
              <a:path w="293197" h="51699">
                <a:moveTo>
                  <a:pt x="0" y="0"/>
                </a:moveTo>
                <a:lnTo>
                  <a:pt x="293197" y="51699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B7C4D4"/>
            </a:solidFill>
            <a:prstDash val="solid"/>
          </a:ln>
        </p:spPr>
      </p:sp>
      <p:sp>
        <p:nvSpPr>
          <p:cNvPr id="36" name="PLV-edge-2">
            <a:extLst xmlns:a="http://schemas.openxmlformats.org/drawingml/2006/main">
              <a:ext uri="{FF2B5EF4-FFF2-40B4-BE49-F238E27FC236}">
                <a16:creationId xmlns:a16="http://schemas.microsoft.com/office/drawing/2014/main" id="{28EF6497-16BF-4AC7-B6C0-6344D6CA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310" y="5118424"/>
            <a:ext cx="144337" cy="38675"/>
          </a:xfrm>
          <a:custGeom xmlns:a="http://schemas.openxmlformats.org/drawingml/2006/main">
            <a:pathLst>
              <a:path w="144337" h="38675">
                <a:moveTo>
                  <a:pt x="0" y="0"/>
                </a:moveTo>
                <a:lnTo>
                  <a:pt x="144337" y="38675"/>
                </a:lnTo>
              </a:path>
            </a:pathLst>
          </a:custGeom>
          <a:noFill xmlns:a="http://schemas.openxmlformats.org/drawingml/2006/main"/>
          <a:ln xmlns:a="http://schemas.openxmlformats.org/drawingml/2006/main" w="12623">
            <a:solidFill>
              <a:srgbClr val="B7C4D4"/>
            </a:solidFill>
            <a:prstDash val="solid"/>
          </a:ln>
        </p:spPr>
      </p:sp>
      <p:sp>
        <p:nvSpPr>
          <p:cNvPr id="37" name="PLV-edge-3">
            <a:extLst xmlns:a="http://schemas.openxmlformats.org/drawingml/2006/main">
              <a:ext uri="{FF2B5EF4-FFF2-40B4-BE49-F238E27FC236}">
                <a16:creationId xmlns:a16="http://schemas.microsoft.com/office/drawing/2014/main" id="{6CBA815D-C5A4-49A2-97BF-984DD8C6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224" y="5118424"/>
            <a:ext cx="993086" cy="695367"/>
          </a:xfrm>
          <a:custGeom xmlns:a="http://schemas.openxmlformats.org/drawingml/2006/main">
            <a:pathLst>
              <a:path w="993086" h="695367">
                <a:moveTo>
                  <a:pt x="993086" y="0"/>
                </a:moveTo>
                <a:lnTo>
                  <a:pt x="0" y="695367"/>
                </a:lnTo>
              </a:path>
            </a:pathLst>
          </a:custGeom>
          <a:noFill xmlns:a="http://schemas.openxmlformats.org/drawingml/2006/main"/>
          <a:ln xmlns:a="http://schemas.openxmlformats.org/drawingml/2006/main" w="11440">
            <a:solidFill>
              <a:srgbClr val="B7C4D4"/>
            </a:solidFill>
            <a:prstDash val="solid"/>
          </a:ln>
        </p:spPr>
      </p:sp>
      <p:sp>
        <p:nvSpPr>
          <p:cNvPr id="38" name="PLV-edge-4">
            <a:extLst xmlns:a="http://schemas.openxmlformats.org/drawingml/2006/main">
              <a:ext uri="{FF2B5EF4-FFF2-40B4-BE49-F238E27FC236}">
                <a16:creationId xmlns:a16="http://schemas.microsoft.com/office/drawing/2014/main" id="{72AF493D-BAF4-42AF-982B-AA5D834F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647" y="5157099"/>
            <a:ext cx="135428" cy="63151"/>
          </a:xfrm>
          <a:custGeom xmlns:a="http://schemas.openxmlformats.org/drawingml/2006/main">
            <a:pathLst>
              <a:path w="135428" h="63151">
                <a:moveTo>
                  <a:pt x="0" y="0"/>
                </a:moveTo>
                <a:lnTo>
                  <a:pt x="135428" y="63151"/>
                </a:lnTo>
              </a:path>
            </a:pathLst>
          </a:custGeom>
          <a:noFill xmlns:a="http://schemas.openxmlformats.org/drawingml/2006/main"/>
          <a:ln xmlns:a="http://schemas.openxmlformats.org/drawingml/2006/main" w="12773">
            <a:solidFill>
              <a:srgbClr val="B7C4D4"/>
            </a:solidFill>
            <a:prstDash val="solid"/>
          </a:ln>
        </p:spPr>
      </p:sp>
      <p:sp>
        <p:nvSpPr>
          <p:cNvPr id="39" name="PLV-edge-5">
            <a:extLst xmlns:a="http://schemas.openxmlformats.org/drawingml/2006/main">
              <a:ext uri="{FF2B5EF4-FFF2-40B4-BE49-F238E27FC236}">
                <a16:creationId xmlns:a16="http://schemas.microsoft.com/office/drawing/2014/main" id="{3B54F3FC-7BA2-4835-B5AC-96F587C0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7480" y="5305958"/>
            <a:ext cx="105662" cy="105662"/>
          </a:xfrm>
          <a:custGeom xmlns:a="http://schemas.openxmlformats.org/drawingml/2006/main">
            <a:pathLst>
              <a:path w="105662" h="105662">
                <a:moveTo>
                  <a:pt x="0" y="0"/>
                </a:moveTo>
                <a:lnTo>
                  <a:pt x="105662" y="105662"/>
                </a:lnTo>
              </a:path>
            </a:pathLst>
          </a:custGeom>
          <a:noFill xmlns:a="http://schemas.openxmlformats.org/drawingml/2006/main"/>
          <a:ln xmlns:a="http://schemas.openxmlformats.org/drawingml/2006/main" w="14391">
            <a:solidFill>
              <a:srgbClr val="B7C4D4"/>
            </a:solidFill>
            <a:prstDash val="solid"/>
          </a:ln>
        </p:spPr>
      </p:sp>
      <p:sp>
        <p:nvSpPr>
          <p:cNvPr id="40" name="PLV-edge-6">
            <a:extLst xmlns:a="http://schemas.openxmlformats.org/drawingml/2006/main">
              <a:ext uri="{FF2B5EF4-FFF2-40B4-BE49-F238E27FC236}">
                <a16:creationId xmlns:a16="http://schemas.microsoft.com/office/drawing/2014/main" id="{B27C494F-6984-4784-B9D6-019A47DE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758" y="5305958"/>
            <a:ext cx="1207721" cy="1207721"/>
          </a:xfrm>
          <a:custGeom xmlns:a="http://schemas.openxmlformats.org/drawingml/2006/main">
            <a:pathLst>
              <a:path w="1207721" h="1207721">
                <a:moveTo>
                  <a:pt x="1207721" y="0"/>
                </a:moveTo>
                <a:lnTo>
                  <a:pt x="0" y="1207721"/>
                </a:lnTo>
              </a:path>
            </a:pathLst>
          </a:custGeom>
          <a:noFill xmlns:a="http://schemas.openxmlformats.org/drawingml/2006/main"/>
          <a:ln xmlns:a="http://schemas.openxmlformats.org/drawingml/2006/main" w="12380">
            <a:solidFill>
              <a:srgbClr val="B7C4D4"/>
            </a:solidFill>
            <a:prstDash val="solid"/>
          </a:ln>
        </p:spPr>
      </p:sp>
      <p:sp>
        <p:nvSpPr>
          <p:cNvPr id="41" name="PLV-edge-7">
            <a:extLst xmlns:a="http://schemas.openxmlformats.org/drawingml/2006/main">
              <a:ext uri="{FF2B5EF4-FFF2-40B4-BE49-F238E27FC236}">
                <a16:creationId xmlns:a16="http://schemas.microsoft.com/office/drawing/2014/main" id="{3077BC19-4F6D-40A1-BE41-F738D5C5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899" y="5305958"/>
            <a:ext cx="1356581" cy="949888"/>
          </a:xfrm>
          <a:custGeom xmlns:a="http://schemas.openxmlformats.org/drawingml/2006/main">
            <a:pathLst>
              <a:path w="1356581" h="949888">
                <a:moveTo>
                  <a:pt x="1356581" y="0"/>
                </a:moveTo>
                <a:lnTo>
                  <a:pt x="0" y="949888"/>
                </a:lnTo>
              </a:path>
            </a:pathLst>
          </a:custGeom>
          <a:noFill xmlns:a="http://schemas.openxmlformats.org/drawingml/2006/main"/>
          <a:ln xmlns:a="http://schemas.openxmlformats.org/drawingml/2006/main" w="12130">
            <a:solidFill>
              <a:srgbClr val="B7C4D4"/>
            </a:solidFill>
            <a:prstDash val="solid"/>
          </a:ln>
        </p:spPr>
      </p:sp>
      <p:sp>
        <p:nvSpPr>
          <p:cNvPr id="42" name="PLV-edge-8">
            <a:extLst xmlns:a="http://schemas.openxmlformats.org/drawingml/2006/main">
              <a:ext uri="{FF2B5EF4-FFF2-40B4-BE49-F238E27FC236}">
                <a16:creationId xmlns:a16="http://schemas.microsoft.com/office/drawing/2014/main" id="{B5E2B0A5-E4E3-41ED-9689-E3724DCD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899" y="5411620"/>
            <a:ext cx="1462243" cy="844226"/>
          </a:xfrm>
          <a:custGeom xmlns:a="http://schemas.openxmlformats.org/drawingml/2006/main">
            <a:pathLst>
              <a:path w="1462243" h="844226">
                <a:moveTo>
                  <a:pt x="1462243" y="0"/>
                </a:moveTo>
                <a:lnTo>
                  <a:pt x="0" y="844226"/>
                </a:lnTo>
              </a:path>
            </a:pathLst>
          </a:custGeom>
          <a:noFill xmlns:a="http://schemas.openxmlformats.org/drawingml/2006/main"/>
          <a:ln xmlns:a="http://schemas.openxmlformats.org/drawingml/2006/main" w="12158">
            <a:solidFill>
              <a:srgbClr val="B7C4D4"/>
            </a:solidFill>
            <a:prstDash val="solid"/>
          </a:ln>
        </p:spPr>
      </p:sp>
      <p:sp>
        <p:nvSpPr>
          <p:cNvPr id="43" name="PLV-edge-9">
            <a:extLst xmlns:a="http://schemas.openxmlformats.org/drawingml/2006/main">
              <a:ext uri="{FF2B5EF4-FFF2-40B4-BE49-F238E27FC236}">
                <a16:creationId xmlns:a16="http://schemas.microsoft.com/office/drawing/2014/main" id="{80C07F6C-BC84-4FDA-BB3F-4FD39A63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050" y="5411620"/>
            <a:ext cx="1399092" cy="122405"/>
          </a:xfrm>
          <a:custGeom xmlns:a="http://schemas.openxmlformats.org/drawingml/2006/main">
            <a:pathLst>
              <a:path w="1399092" h="122405">
                <a:moveTo>
                  <a:pt x="1399092" y="0"/>
                </a:moveTo>
                <a:lnTo>
                  <a:pt x="0" y="122405"/>
                </a:lnTo>
              </a:path>
            </a:pathLst>
          </a:custGeom>
          <a:noFill xmlns:a="http://schemas.openxmlformats.org/drawingml/2006/main"/>
          <a:ln xmlns:a="http://schemas.openxmlformats.org/drawingml/2006/main" w="11532">
            <a:solidFill>
              <a:srgbClr val="B7C4D4"/>
            </a:solidFill>
            <a:prstDash val="solid"/>
          </a:ln>
        </p:spPr>
      </p:sp>
      <p:sp>
        <p:nvSpPr>
          <p:cNvPr id="44" name="PLV-edge-10">
            <a:extLst xmlns:a="http://schemas.openxmlformats.org/drawingml/2006/main">
              <a:ext uri="{FF2B5EF4-FFF2-40B4-BE49-F238E27FC236}">
                <a16:creationId xmlns:a16="http://schemas.microsoft.com/office/drawing/2014/main" id="{719627B7-3FBD-4D42-9A95-F8259995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8850" y="5534025"/>
            <a:ext cx="63151" cy="135428"/>
          </a:xfrm>
          <a:custGeom xmlns:a="http://schemas.openxmlformats.org/drawingml/2006/main">
            <a:pathLst>
              <a:path w="63151" h="135428">
                <a:moveTo>
                  <a:pt x="0" y="0"/>
                </a:moveTo>
                <a:lnTo>
                  <a:pt x="63151" y="135428"/>
                </a:lnTo>
              </a:path>
            </a:pathLst>
          </a:custGeom>
          <a:noFill xmlns:a="http://schemas.openxmlformats.org/drawingml/2006/main"/>
          <a:ln xmlns:a="http://schemas.openxmlformats.org/drawingml/2006/main" w="12500">
            <a:solidFill>
              <a:srgbClr val="B7C4D4"/>
            </a:solidFill>
            <a:prstDash val="solid"/>
          </a:ln>
        </p:spPr>
      </p:sp>
      <p:sp>
        <p:nvSpPr>
          <p:cNvPr id="45" name="PLV-edge-11">
            <a:extLst xmlns:a="http://schemas.openxmlformats.org/drawingml/2006/main">
              <a:ext uri="{FF2B5EF4-FFF2-40B4-BE49-F238E27FC236}">
                <a16:creationId xmlns:a16="http://schemas.microsoft.com/office/drawing/2014/main" id="{56C2FB57-A3D0-4A1E-A404-4795A481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8850" y="5534025"/>
            <a:ext cx="101826" cy="577485"/>
          </a:xfrm>
          <a:custGeom xmlns:a="http://schemas.openxmlformats.org/drawingml/2006/main">
            <a:pathLst>
              <a:path w="101826" h="577485">
                <a:moveTo>
                  <a:pt x="0" y="0"/>
                </a:moveTo>
                <a:lnTo>
                  <a:pt x="101826" y="577485"/>
                </a:lnTo>
              </a:path>
            </a:pathLst>
          </a:custGeom>
          <a:noFill xmlns:a="http://schemas.openxmlformats.org/drawingml/2006/main"/>
          <a:ln xmlns:a="http://schemas.openxmlformats.org/drawingml/2006/main" w="13188">
            <a:solidFill>
              <a:srgbClr val="B7C4D4"/>
            </a:solidFill>
            <a:prstDash val="solid"/>
          </a:ln>
        </p:spPr>
      </p:sp>
      <p:sp>
        <p:nvSpPr>
          <p:cNvPr id="46" name="PLV-edge-12">
            <a:extLst xmlns:a="http://schemas.openxmlformats.org/drawingml/2006/main">
              <a:ext uri="{FF2B5EF4-FFF2-40B4-BE49-F238E27FC236}">
                <a16:creationId xmlns:a16="http://schemas.microsoft.com/office/drawing/2014/main" id="{9A302910-3B4C-4DF0-A4F6-C4BAC4B8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647" y="5534025"/>
            <a:ext cx="449204" cy="1234176"/>
          </a:xfrm>
          <a:custGeom xmlns:a="http://schemas.openxmlformats.org/drawingml/2006/main">
            <a:pathLst>
              <a:path w="449204" h="1234176">
                <a:moveTo>
                  <a:pt x="449204" y="0"/>
                </a:moveTo>
                <a:lnTo>
                  <a:pt x="0" y="1234176"/>
                </a:lnTo>
              </a:path>
            </a:pathLst>
          </a:custGeom>
          <a:noFill xmlns:a="http://schemas.openxmlformats.org/drawingml/2006/main"/>
          <a:ln xmlns:a="http://schemas.openxmlformats.org/drawingml/2006/main" w="11537">
            <a:solidFill>
              <a:srgbClr val="B7C4D4"/>
            </a:solidFill>
            <a:prstDash val="solid"/>
          </a:ln>
        </p:spPr>
      </p:sp>
      <p:sp>
        <p:nvSpPr>
          <p:cNvPr id="47" name="PLV-edge-13">
            <a:extLst xmlns:a="http://schemas.openxmlformats.org/drawingml/2006/main">
              <a:ext uri="{FF2B5EF4-FFF2-40B4-BE49-F238E27FC236}">
                <a16:creationId xmlns:a16="http://schemas.microsoft.com/office/drawing/2014/main" id="{B3237738-E6F1-4228-B07C-AF718388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001" y="5669453"/>
            <a:ext cx="38675" cy="144337"/>
          </a:xfrm>
          <a:custGeom xmlns:a="http://schemas.openxmlformats.org/drawingml/2006/main">
            <a:pathLst>
              <a:path w="38675" h="144337">
                <a:moveTo>
                  <a:pt x="0" y="0"/>
                </a:moveTo>
                <a:lnTo>
                  <a:pt x="38675" y="144337"/>
                </a:lnTo>
              </a:path>
            </a:pathLst>
          </a:custGeom>
          <a:noFill xmlns:a="http://schemas.openxmlformats.org/drawingml/2006/main"/>
          <a:ln xmlns:a="http://schemas.openxmlformats.org/drawingml/2006/main" w="14473">
            <a:solidFill>
              <a:srgbClr val="B7C4D4"/>
            </a:solidFill>
            <a:prstDash val="solid"/>
          </a:ln>
        </p:spPr>
      </p:sp>
      <p:sp>
        <p:nvSpPr>
          <p:cNvPr id="48" name="PLV-edge-14">
            <a:extLst xmlns:a="http://schemas.openxmlformats.org/drawingml/2006/main">
              <a:ext uri="{FF2B5EF4-FFF2-40B4-BE49-F238E27FC236}">
                <a16:creationId xmlns:a16="http://schemas.microsoft.com/office/drawing/2014/main" id="{290B626D-E61D-49AF-89EC-5BE4E2E2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001" y="5669453"/>
            <a:ext cx="51699" cy="293197"/>
          </a:xfrm>
          <a:custGeom xmlns:a="http://schemas.openxmlformats.org/drawingml/2006/main">
            <a:pathLst>
              <a:path w="51699" h="293197">
                <a:moveTo>
                  <a:pt x="0" y="0"/>
                </a:moveTo>
                <a:lnTo>
                  <a:pt x="51699" y="293197"/>
                </a:lnTo>
              </a:path>
            </a:pathLst>
          </a:custGeom>
          <a:noFill xmlns:a="http://schemas.openxmlformats.org/drawingml/2006/main"/>
          <a:ln xmlns:a="http://schemas.openxmlformats.org/drawingml/2006/main" w="13434">
            <a:solidFill>
              <a:srgbClr val="B7C4D4"/>
            </a:solidFill>
            <a:prstDash val="solid"/>
          </a:ln>
        </p:spPr>
      </p:sp>
      <p:sp>
        <p:nvSpPr>
          <p:cNvPr id="49" name="PLV-edge-15">
            <a:extLst xmlns:a="http://schemas.openxmlformats.org/drawingml/2006/main">
              <a:ext uri="{FF2B5EF4-FFF2-40B4-BE49-F238E27FC236}">
                <a16:creationId xmlns:a16="http://schemas.microsoft.com/office/drawing/2014/main" id="{4B6F3BC0-FB33-45C5-951B-F4E9FAE5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001" y="5669453"/>
            <a:ext cx="38675" cy="442057"/>
          </a:xfrm>
          <a:custGeom xmlns:a="http://schemas.openxmlformats.org/drawingml/2006/main">
            <a:pathLst>
              <a:path w="38675" h="442057">
                <a:moveTo>
                  <a:pt x="0" y="0"/>
                </a:moveTo>
                <a:lnTo>
                  <a:pt x="38675" y="442057"/>
                </a:lnTo>
              </a:path>
            </a:pathLst>
          </a:custGeom>
          <a:noFill xmlns:a="http://schemas.openxmlformats.org/drawingml/2006/main"/>
          <a:ln xmlns:a="http://schemas.openxmlformats.org/drawingml/2006/main" w="12946">
            <a:solidFill>
              <a:srgbClr val="B7C4D4"/>
            </a:solidFill>
            <a:prstDash val="solid"/>
          </a:ln>
        </p:spPr>
      </p:sp>
      <p:sp>
        <p:nvSpPr>
          <p:cNvPr id="50" name="PLV-edge-16">
            <a:extLst xmlns:a="http://schemas.openxmlformats.org/drawingml/2006/main">
              <a:ext uri="{FF2B5EF4-FFF2-40B4-BE49-F238E27FC236}">
                <a16:creationId xmlns:a16="http://schemas.microsoft.com/office/drawing/2014/main" id="{9406B40E-A0B4-45CA-87ED-EB2AC649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001" y="5669453"/>
            <a:ext cx="1905" cy="586394"/>
          </a:xfrm>
          <a:custGeom xmlns:a="http://schemas.openxmlformats.org/drawingml/2006/main">
            <a:pathLst>
              <a:path w="1905" h="586394">
                <a:moveTo>
                  <a:pt x="0" y="0"/>
                </a:moveTo>
                <a:lnTo>
                  <a:pt x="0" y="586394"/>
                </a:lnTo>
              </a:path>
            </a:pathLst>
          </a:custGeom>
          <a:noFill xmlns:a="http://schemas.openxmlformats.org/drawingml/2006/main"/>
          <a:ln xmlns:a="http://schemas.openxmlformats.org/drawingml/2006/main" w="11974">
            <a:solidFill>
              <a:srgbClr val="B7C4D4"/>
            </a:solidFill>
            <a:prstDash val="solid"/>
          </a:ln>
        </p:spPr>
      </p:sp>
      <p:sp>
        <p:nvSpPr>
          <p:cNvPr id="51" name="PLV-edge-17">
            <a:extLst xmlns:a="http://schemas.openxmlformats.org/drawingml/2006/main">
              <a:ext uri="{FF2B5EF4-FFF2-40B4-BE49-F238E27FC236}">
                <a16:creationId xmlns:a16="http://schemas.microsoft.com/office/drawing/2014/main" id="{0070AA2C-444B-40AB-BF81-446D0125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224" y="5669453"/>
            <a:ext cx="1649778" cy="442057"/>
          </a:xfrm>
          <a:custGeom xmlns:a="http://schemas.openxmlformats.org/drawingml/2006/main">
            <a:pathLst>
              <a:path w="1649778" h="442057">
                <a:moveTo>
                  <a:pt x="1649778" y="0"/>
                </a:moveTo>
                <a:lnTo>
                  <a:pt x="0" y="442057"/>
                </a:lnTo>
              </a:path>
            </a:pathLst>
          </a:custGeom>
          <a:noFill xmlns:a="http://schemas.openxmlformats.org/drawingml/2006/main"/>
          <a:ln xmlns:a="http://schemas.openxmlformats.org/drawingml/2006/main" w="12620">
            <a:solidFill>
              <a:srgbClr val="B7C4D4"/>
            </a:solidFill>
            <a:prstDash val="solid"/>
          </a:ln>
        </p:spPr>
      </p:sp>
      <p:sp>
        <p:nvSpPr>
          <p:cNvPr id="52" name="PLV-edge-18">
            <a:extLst xmlns:a="http://schemas.openxmlformats.org/drawingml/2006/main">
              <a:ext uri="{FF2B5EF4-FFF2-40B4-BE49-F238E27FC236}">
                <a16:creationId xmlns:a16="http://schemas.microsoft.com/office/drawing/2014/main" id="{428A76C5-2B47-4318-8A44-59A1B55F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0676" y="5813790"/>
            <a:ext cx="13024" cy="148860"/>
          </a:xfrm>
          <a:custGeom xmlns:a="http://schemas.openxmlformats.org/drawingml/2006/main">
            <a:pathLst>
              <a:path w="13024" h="148860">
                <a:moveTo>
                  <a:pt x="0" y="0"/>
                </a:moveTo>
                <a:lnTo>
                  <a:pt x="13024" y="148860"/>
                </a:lnTo>
              </a:path>
            </a:pathLst>
          </a:custGeom>
          <a:noFill xmlns:a="http://schemas.openxmlformats.org/drawingml/2006/main"/>
          <a:ln xmlns:a="http://schemas.openxmlformats.org/drawingml/2006/main" w="14348">
            <a:solidFill>
              <a:srgbClr val="B7C4D4"/>
            </a:solidFill>
            <a:prstDash val="solid"/>
          </a:ln>
        </p:spPr>
      </p:sp>
      <p:sp>
        <p:nvSpPr>
          <p:cNvPr id="53" name="PLV-edge-19">
            <a:extLst xmlns:a="http://schemas.openxmlformats.org/drawingml/2006/main">
              <a:ext uri="{FF2B5EF4-FFF2-40B4-BE49-F238E27FC236}">
                <a16:creationId xmlns:a16="http://schemas.microsoft.com/office/drawing/2014/main" id="{0E0B5559-AB19-4DF9-A64D-38C3B5BF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0676" y="5813790"/>
            <a:ext cx="1905" cy="297720"/>
          </a:xfrm>
          <a:custGeom xmlns:a="http://schemas.openxmlformats.org/drawingml/2006/main">
            <a:pathLst>
              <a:path w="1905" h="297720">
                <a:moveTo>
                  <a:pt x="0" y="0"/>
                </a:moveTo>
                <a:lnTo>
                  <a:pt x="0" y="297720"/>
                </a:lnTo>
              </a:path>
            </a:pathLst>
          </a:custGeom>
          <a:noFill xmlns:a="http://schemas.openxmlformats.org/drawingml/2006/main"/>
          <a:ln xmlns:a="http://schemas.openxmlformats.org/drawingml/2006/main" w="12142">
            <a:solidFill>
              <a:srgbClr val="B7C4D4"/>
            </a:solidFill>
            <a:prstDash val="solid"/>
          </a:ln>
        </p:spPr>
      </p:sp>
      <p:sp>
        <p:nvSpPr>
          <p:cNvPr id="54" name="PLV-edge-20">
            <a:extLst xmlns:a="http://schemas.openxmlformats.org/drawingml/2006/main">
              <a:ext uri="{FF2B5EF4-FFF2-40B4-BE49-F238E27FC236}">
                <a16:creationId xmlns:a16="http://schemas.microsoft.com/office/drawing/2014/main" id="{42079467-CD2E-4086-A36A-B855FDA0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224" y="5813790"/>
            <a:ext cx="1688453" cy="297720"/>
          </a:xfrm>
          <a:custGeom xmlns:a="http://schemas.openxmlformats.org/drawingml/2006/main">
            <a:pathLst>
              <a:path w="1688453" h="297720">
                <a:moveTo>
                  <a:pt x="1688453" y="0"/>
                </a:moveTo>
                <a:lnTo>
                  <a:pt x="0" y="297720"/>
                </a:lnTo>
              </a:path>
            </a:pathLst>
          </a:custGeom>
          <a:noFill xmlns:a="http://schemas.openxmlformats.org/drawingml/2006/main"/>
          <a:ln xmlns:a="http://schemas.openxmlformats.org/drawingml/2006/main" w="12717">
            <a:solidFill>
              <a:srgbClr val="B7C4D4"/>
            </a:solidFill>
            <a:prstDash val="solid"/>
          </a:ln>
        </p:spPr>
      </p:sp>
      <p:sp>
        <p:nvSpPr>
          <p:cNvPr id="55" name="PLV-edge-21">
            <a:extLst xmlns:a="http://schemas.openxmlformats.org/drawingml/2006/main">
              <a:ext uri="{FF2B5EF4-FFF2-40B4-BE49-F238E27FC236}">
                <a16:creationId xmlns:a16="http://schemas.microsoft.com/office/drawing/2014/main" id="{832FB1ED-D793-4C22-A037-39E504FF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13790"/>
            <a:ext cx="1701476" cy="148860"/>
          </a:xfrm>
          <a:custGeom xmlns:a="http://schemas.openxmlformats.org/drawingml/2006/main">
            <a:pathLst>
              <a:path w="1701476" h="148860">
                <a:moveTo>
                  <a:pt x="1701476" y="0"/>
                </a:moveTo>
                <a:lnTo>
                  <a:pt x="0" y="148860"/>
                </a:lnTo>
              </a:path>
            </a:pathLst>
          </a:custGeom>
          <a:noFill xmlns:a="http://schemas.openxmlformats.org/drawingml/2006/main"/>
          <a:ln xmlns:a="http://schemas.openxmlformats.org/drawingml/2006/main" w="12412">
            <a:solidFill>
              <a:srgbClr val="B7C4D4"/>
            </a:solidFill>
            <a:prstDash val="solid"/>
          </a:ln>
        </p:spPr>
      </p:sp>
      <p:sp>
        <p:nvSpPr>
          <p:cNvPr id="56" name="PLV-edge-22">
            <a:extLst xmlns:a="http://schemas.openxmlformats.org/drawingml/2006/main">
              <a:ext uri="{FF2B5EF4-FFF2-40B4-BE49-F238E27FC236}">
                <a16:creationId xmlns:a16="http://schemas.microsoft.com/office/drawing/2014/main" id="{9558C78F-7CB9-418F-B2C8-B3E1940E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001" y="6111510"/>
            <a:ext cx="38675" cy="144337"/>
          </a:xfrm>
          <a:custGeom xmlns:a="http://schemas.openxmlformats.org/drawingml/2006/main">
            <a:pathLst>
              <a:path w="38675" h="144337">
                <a:moveTo>
                  <a:pt x="38675" y="0"/>
                </a:moveTo>
                <a:lnTo>
                  <a:pt x="0" y="144337"/>
                </a:lnTo>
              </a:path>
            </a:pathLst>
          </a:custGeom>
          <a:noFill xmlns:a="http://schemas.openxmlformats.org/drawingml/2006/main"/>
          <a:ln xmlns:a="http://schemas.openxmlformats.org/drawingml/2006/main" w="13467">
            <a:solidFill>
              <a:srgbClr val="B7C4D4"/>
            </a:solidFill>
            <a:prstDash val="solid"/>
          </a:ln>
        </p:spPr>
      </p:sp>
      <p:sp>
        <p:nvSpPr>
          <p:cNvPr id="57" name="PLV-edge-23">
            <a:extLst xmlns:a="http://schemas.openxmlformats.org/drawingml/2006/main">
              <a:ext uri="{FF2B5EF4-FFF2-40B4-BE49-F238E27FC236}">
                <a16:creationId xmlns:a16="http://schemas.microsoft.com/office/drawing/2014/main" id="{814C0131-DDAD-414E-B6BF-415B3D5F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8850" y="6111510"/>
            <a:ext cx="101826" cy="279765"/>
          </a:xfrm>
          <a:custGeom xmlns:a="http://schemas.openxmlformats.org/drawingml/2006/main">
            <a:pathLst>
              <a:path w="101826" h="279765">
                <a:moveTo>
                  <a:pt x="101826" y="0"/>
                </a:moveTo>
                <a:lnTo>
                  <a:pt x="0" y="279765"/>
                </a:lnTo>
              </a:path>
            </a:pathLst>
          </a:custGeom>
          <a:noFill xmlns:a="http://schemas.openxmlformats.org/drawingml/2006/main"/>
          <a:ln xmlns:a="http://schemas.openxmlformats.org/drawingml/2006/main" w="12234">
            <a:solidFill>
              <a:srgbClr val="B7C4D4"/>
            </a:solidFill>
            <a:prstDash val="solid"/>
          </a:ln>
        </p:spPr>
      </p:sp>
      <p:sp>
        <p:nvSpPr>
          <p:cNvPr id="58" name="PLV-edge-24">
            <a:extLst xmlns:a="http://schemas.openxmlformats.org/drawingml/2006/main">
              <a:ext uri="{FF2B5EF4-FFF2-40B4-BE49-F238E27FC236}">
                <a16:creationId xmlns:a16="http://schemas.microsoft.com/office/drawing/2014/main" id="{724B2747-76B7-4CA7-86AF-E1EBCA6B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224" y="6111510"/>
            <a:ext cx="1688453" cy="1905"/>
          </a:xfrm>
          <a:custGeom xmlns:a="http://schemas.openxmlformats.org/drawingml/2006/main">
            <a:pathLst>
              <a:path w="1688453" h="1905">
                <a:moveTo>
                  <a:pt x="168845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143">
            <a:solidFill>
              <a:srgbClr val="B7C4D4"/>
            </a:solidFill>
            <a:prstDash val="solid"/>
          </a:ln>
        </p:spPr>
      </p:sp>
      <p:sp>
        <p:nvSpPr>
          <p:cNvPr id="59" name="PLV-edge-25">
            <a:extLst xmlns:a="http://schemas.openxmlformats.org/drawingml/2006/main">
              <a:ext uri="{FF2B5EF4-FFF2-40B4-BE49-F238E27FC236}">
                <a16:creationId xmlns:a16="http://schemas.microsoft.com/office/drawing/2014/main" id="{BCF965FB-73CE-41B5-9282-D64E554E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8850" y="6255847"/>
            <a:ext cx="63151" cy="135428"/>
          </a:xfrm>
          <a:custGeom xmlns:a="http://schemas.openxmlformats.org/drawingml/2006/main">
            <a:pathLst>
              <a:path w="63151" h="135428">
                <a:moveTo>
                  <a:pt x="63151" y="0"/>
                </a:moveTo>
                <a:lnTo>
                  <a:pt x="0" y="135428"/>
                </a:lnTo>
              </a:path>
            </a:pathLst>
          </a:custGeom>
          <a:noFill xmlns:a="http://schemas.openxmlformats.org/drawingml/2006/main"/>
          <a:ln xmlns:a="http://schemas.openxmlformats.org/drawingml/2006/main" w="14644">
            <a:solidFill>
              <a:srgbClr val="B7C4D4"/>
            </a:solidFill>
            <a:prstDash val="solid"/>
          </a:ln>
        </p:spPr>
      </p:sp>
      <p:sp>
        <p:nvSpPr>
          <p:cNvPr id="60" name="PLV-edge-26">
            <a:extLst xmlns:a="http://schemas.openxmlformats.org/drawingml/2006/main">
              <a:ext uri="{FF2B5EF4-FFF2-40B4-BE49-F238E27FC236}">
                <a16:creationId xmlns:a16="http://schemas.microsoft.com/office/drawing/2014/main" id="{6E8479BC-7C80-40BA-8E75-EFB32BDE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142" y="6255847"/>
            <a:ext cx="148860" cy="257833"/>
          </a:xfrm>
          <a:custGeom xmlns:a="http://schemas.openxmlformats.org/drawingml/2006/main">
            <a:pathLst>
              <a:path w="148860" h="257833">
                <a:moveTo>
                  <a:pt x="148860" y="0"/>
                </a:moveTo>
                <a:lnTo>
                  <a:pt x="0" y="257833"/>
                </a:lnTo>
              </a:path>
            </a:pathLst>
          </a:custGeom>
          <a:noFill xmlns:a="http://schemas.openxmlformats.org/drawingml/2006/main"/>
          <a:ln xmlns:a="http://schemas.openxmlformats.org/drawingml/2006/main" w="13492">
            <a:solidFill>
              <a:srgbClr val="B7C4D4"/>
            </a:solidFill>
            <a:prstDash val="solid"/>
          </a:ln>
        </p:spPr>
      </p:sp>
      <p:sp>
        <p:nvSpPr>
          <p:cNvPr id="61" name="PLV-edge-27">
            <a:extLst xmlns:a="http://schemas.openxmlformats.org/drawingml/2006/main">
              <a:ext uri="{FF2B5EF4-FFF2-40B4-BE49-F238E27FC236}">
                <a16:creationId xmlns:a16="http://schemas.microsoft.com/office/drawing/2014/main" id="{48902545-FC6A-4F41-90C0-F6C0BC40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224" y="6111510"/>
            <a:ext cx="1649778" cy="144337"/>
          </a:xfrm>
          <a:custGeom xmlns:a="http://schemas.openxmlformats.org/drawingml/2006/main">
            <a:pathLst>
              <a:path w="1649778" h="144337">
                <a:moveTo>
                  <a:pt x="1649778" y="1443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033">
            <a:solidFill>
              <a:srgbClr val="B7C4D4"/>
            </a:solidFill>
            <a:prstDash val="solid"/>
          </a:ln>
        </p:spPr>
      </p:sp>
      <p:sp>
        <p:nvSpPr>
          <p:cNvPr id="62" name="PLV-edge-28">
            <a:extLst xmlns:a="http://schemas.openxmlformats.org/drawingml/2006/main">
              <a:ext uri="{FF2B5EF4-FFF2-40B4-BE49-F238E27FC236}">
                <a16:creationId xmlns:a16="http://schemas.microsoft.com/office/drawing/2014/main" id="{848A63C6-B997-4510-95D7-79F8BD0B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142" y="6391275"/>
            <a:ext cx="85709" cy="122405"/>
          </a:xfrm>
          <a:custGeom xmlns:a="http://schemas.openxmlformats.org/drawingml/2006/main">
            <a:pathLst>
              <a:path w="85709" h="122405">
                <a:moveTo>
                  <a:pt x="85709" y="0"/>
                </a:moveTo>
                <a:lnTo>
                  <a:pt x="0" y="122405"/>
                </a:lnTo>
              </a:path>
            </a:pathLst>
          </a:custGeom>
          <a:noFill xmlns:a="http://schemas.openxmlformats.org/drawingml/2006/main"/>
          <a:ln xmlns:a="http://schemas.openxmlformats.org/drawingml/2006/main" w="14461">
            <a:solidFill>
              <a:srgbClr val="B7C4D4"/>
            </a:solidFill>
            <a:prstDash val="solid"/>
          </a:ln>
        </p:spPr>
      </p:sp>
      <p:sp>
        <p:nvSpPr>
          <p:cNvPr id="63" name="PLV-edge-29">
            <a:extLst xmlns:a="http://schemas.openxmlformats.org/drawingml/2006/main">
              <a:ext uri="{FF2B5EF4-FFF2-40B4-BE49-F238E27FC236}">
                <a16:creationId xmlns:a16="http://schemas.microsoft.com/office/drawing/2014/main" id="{0A79B926-7517-4A89-A42A-074674BE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6619342"/>
            <a:ext cx="122405" cy="85709"/>
          </a:xfrm>
          <a:custGeom xmlns:a="http://schemas.openxmlformats.org/drawingml/2006/main">
            <a:pathLst>
              <a:path w="122405" h="85709">
                <a:moveTo>
                  <a:pt x="122405" y="0"/>
                </a:moveTo>
                <a:lnTo>
                  <a:pt x="0" y="85709"/>
                </a:lnTo>
              </a:path>
            </a:pathLst>
          </a:custGeom>
          <a:noFill xmlns:a="http://schemas.openxmlformats.org/drawingml/2006/main"/>
          <a:ln xmlns:a="http://schemas.openxmlformats.org/drawingml/2006/main" w="14726">
            <a:solidFill>
              <a:srgbClr val="B7C4D4"/>
            </a:solidFill>
            <a:prstDash val="solid"/>
          </a:ln>
        </p:spPr>
      </p:sp>
      <p:sp>
        <p:nvSpPr>
          <p:cNvPr id="64" name="PLV-edge-30">
            <a:extLst xmlns:a="http://schemas.openxmlformats.org/drawingml/2006/main">
              <a:ext uri="{FF2B5EF4-FFF2-40B4-BE49-F238E27FC236}">
                <a16:creationId xmlns:a16="http://schemas.microsoft.com/office/drawing/2014/main" id="{DAF29332-D719-4DBC-8342-D312976B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647" y="6619342"/>
            <a:ext cx="257833" cy="148860"/>
          </a:xfrm>
          <a:custGeom xmlns:a="http://schemas.openxmlformats.org/drawingml/2006/main">
            <a:pathLst>
              <a:path w="257833" h="148860">
                <a:moveTo>
                  <a:pt x="257833" y="0"/>
                </a:moveTo>
                <a:lnTo>
                  <a:pt x="0" y="148860"/>
                </a:lnTo>
              </a:path>
            </a:pathLst>
          </a:custGeom>
          <a:noFill xmlns:a="http://schemas.openxmlformats.org/drawingml/2006/main"/>
          <a:ln xmlns:a="http://schemas.openxmlformats.org/drawingml/2006/main" w="13409">
            <a:solidFill>
              <a:srgbClr val="B7C4D4"/>
            </a:solidFill>
            <a:prstDash val="solid"/>
          </a:ln>
        </p:spPr>
      </p:sp>
      <p:sp>
        <p:nvSpPr>
          <p:cNvPr id="65" name="PLV-edge-31">
            <a:extLst xmlns:a="http://schemas.openxmlformats.org/drawingml/2006/main">
              <a:ext uri="{FF2B5EF4-FFF2-40B4-BE49-F238E27FC236}">
                <a16:creationId xmlns:a16="http://schemas.microsoft.com/office/drawing/2014/main" id="{1A8B1945-182B-4E78-ACCD-8755F4EC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619342"/>
            <a:ext cx="551030" cy="200558"/>
          </a:xfrm>
          <a:custGeom xmlns:a="http://schemas.openxmlformats.org/drawingml/2006/main">
            <a:pathLst>
              <a:path w="551030" h="200558">
                <a:moveTo>
                  <a:pt x="551030" y="0"/>
                </a:moveTo>
                <a:lnTo>
                  <a:pt x="0" y="200558"/>
                </a:lnTo>
              </a:path>
            </a:pathLst>
          </a:custGeom>
          <a:noFill xmlns:a="http://schemas.openxmlformats.org/drawingml/2006/main"/>
          <a:ln xmlns:a="http://schemas.openxmlformats.org/drawingml/2006/main" w="14105">
            <a:solidFill>
              <a:srgbClr val="B7C4D4"/>
            </a:solidFill>
            <a:prstDash val="solid"/>
          </a:ln>
        </p:spPr>
      </p:sp>
      <p:sp>
        <p:nvSpPr>
          <p:cNvPr id="66" name="PLV-edge-32">
            <a:extLst xmlns:a="http://schemas.openxmlformats.org/drawingml/2006/main">
              <a:ext uri="{FF2B5EF4-FFF2-40B4-BE49-F238E27FC236}">
                <a16:creationId xmlns:a16="http://schemas.microsoft.com/office/drawing/2014/main" id="{3209712D-5B89-4F45-B08C-E99D4B64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590" y="6619342"/>
            <a:ext cx="699890" cy="187535"/>
          </a:xfrm>
          <a:custGeom xmlns:a="http://schemas.openxmlformats.org/drawingml/2006/main">
            <a:pathLst>
              <a:path w="699890" h="187535">
                <a:moveTo>
                  <a:pt x="699890" y="0"/>
                </a:moveTo>
                <a:lnTo>
                  <a:pt x="0" y="187535"/>
                </a:lnTo>
              </a:path>
            </a:pathLst>
          </a:custGeom>
          <a:noFill xmlns:a="http://schemas.openxmlformats.org/drawingml/2006/main"/>
          <a:ln xmlns:a="http://schemas.openxmlformats.org/drawingml/2006/main" w="14038">
            <a:solidFill>
              <a:srgbClr val="B7C4D4"/>
            </a:solidFill>
            <a:prstDash val="solid"/>
          </a:ln>
        </p:spPr>
      </p:sp>
      <p:sp>
        <p:nvSpPr>
          <p:cNvPr id="67" name="PLV-edge-33">
            <a:extLst xmlns:a="http://schemas.openxmlformats.org/drawingml/2006/main">
              <a:ext uri="{FF2B5EF4-FFF2-40B4-BE49-F238E27FC236}">
                <a16:creationId xmlns:a16="http://schemas.microsoft.com/office/drawing/2014/main" id="{7E853E35-5ED4-4091-BC30-AC936233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220250"/>
            <a:ext cx="979655" cy="1399092"/>
          </a:xfrm>
          <a:custGeom xmlns:a="http://schemas.openxmlformats.org/drawingml/2006/main">
            <a:pathLst>
              <a:path w="979655" h="1399092">
                <a:moveTo>
                  <a:pt x="979655" y="139909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624">
            <a:solidFill>
              <a:srgbClr val="B7C4D4"/>
            </a:solidFill>
            <a:prstDash val="solid"/>
          </a:ln>
        </p:spPr>
      </p:sp>
      <p:sp>
        <p:nvSpPr>
          <p:cNvPr id="68" name="PLV-edge-34">
            <a:extLst xmlns:a="http://schemas.openxmlformats.org/drawingml/2006/main">
              <a:ext uri="{FF2B5EF4-FFF2-40B4-BE49-F238E27FC236}">
                <a16:creationId xmlns:a16="http://schemas.microsoft.com/office/drawing/2014/main" id="{66E3555E-1731-44AD-BBF8-498973DC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647" y="6705050"/>
            <a:ext cx="135428" cy="63151"/>
          </a:xfrm>
          <a:custGeom xmlns:a="http://schemas.openxmlformats.org/drawingml/2006/main">
            <a:pathLst>
              <a:path w="135428" h="63151">
                <a:moveTo>
                  <a:pt x="135428" y="0"/>
                </a:moveTo>
                <a:lnTo>
                  <a:pt x="0" y="63151"/>
                </a:lnTo>
              </a:path>
            </a:pathLst>
          </a:custGeom>
          <a:noFill xmlns:a="http://schemas.openxmlformats.org/drawingml/2006/main"/>
          <a:ln xmlns:a="http://schemas.openxmlformats.org/drawingml/2006/main" w="13995">
            <a:solidFill>
              <a:srgbClr val="B7C4D4"/>
            </a:solidFill>
            <a:prstDash val="solid"/>
          </a:ln>
        </p:spPr>
      </p:sp>
      <p:sp>
        <p:nvSpPr>
          <p:cNvPr id="69" name="PLV-edge-35">
            <a:extLst xmlns:a="http://schemas.openxmlformats.org/drawingml/2006/main">
              <a:ext uri="{FF2B5EF4-FFF2-40B4-BE49-F238E27FC236}">
                <a16:creationId xmlns:a16="http://schemas.microsoft.com/office/drawing/2014/main" id="{B59E99CF-F949-4A06-871B-999B46A9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310" y="6705050"/>
            <a:ext cx="279765" cy="101826"/>
          </a:xfrm>
          <a:custGeom xmlns:a="http://schemas.openxmlformats.org/drawingml/2006/main">
            <a:pathLst>
              <a:path w="279765" h="101826">
                <a:moveTo>
                  <a:pt x="279765" y="0"/>
                </a:moveTo>
                <a:lnTo>
                  <a:pt x="0" y="101826"/>
                </a:lnTo>
              </a:path>
            </a:pathLst>
          </a:custGeom>
          <a:noFill xmlns:a="http://schemas.openxmlformats.org/drawingml/2006/main"/>
          <a:ln xmlns:a="http://schemas.openxmlformats.org/drawingml/2006/main" w="12188">
            <a:solidFill>
              <a:srgbClr val="B7C4D4"/>
            </a:solidFill>
            <a:prstDash val="solid"/>
          </a:ln>
        </p:spPr>
      </p:sp>
      <p:sp>
        <p:nvSpPr>
          <p:cNvPr id="70" name="PLV-edge-36">
            <a:extLst xmlns:a="http://schemas.openxmlformats.org/drawingml/2006/main">
              <a:ext uri="{FF2B5EF4-FFF2-40B4-BE49-F238E27FC236}">
                <a16:creationId xmlns:a16="http://schemas.microsoft.com/office/drawing/2014/main" id="{713D9FE6-46E4-4461-AAED-CE1066B2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705050"/>
            <a:ext cx="428625" cy="114850"/>
          </a:xfrm>
          <a:custGeom xmlns:a="http://schemas.openxmlformats.org/drawingml/2006/main">
            <a:pathLst>
              <a:path w="428625" h="114850">
                <a:moveTo>
                  <a:pt x="428625" y="0"/>
                </a:moveTo>
                <a:lnTo>
                  <a:pt x="0" y="114850"/>
                </a:lnTo>
              </a:path>
            </a:pathLst>
          </a:custGeom>
          <a:noFill xmlns:a="http://schemas.openxmlformats.org/drawingml/2006/main"/>
          <a:ln xmlns:a="http://schemas.openxmlformats.org/drawingml/2006/main" w="14068">
            <a:solidFill>
              <a:srgbClr val="B7C4D4"/>
            </a:solidFill>
            <a:prstDash val="solid"/>
          </a:ln>
        </p:spPr>
      </p:sp>
      <p:sp>
        <p:nvSpPr>
          <p:cNvPr id="71" name="PLV-edge-37">
            <a:extLst xmlns:a="http://schemas.openxmlformats.org/drawingml/2006/main">
              <a:ext uri="{FF2B5EF4-FFF2-40B4-BE49-F238E27FC236}">
                <a16:creationId xmlns:a16="http://schemas.microsoft.com/office/drawing/2014/main" id="{5C21F182-B8AC-4F7A-BA32-F023ECD6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590" y="6705050"/>
            <a:ext cx="577485" cy="101826"/>
          </a:xfrm>
          <a:custGeom xmlns:a="http://schemas.openxmlformats.org/drawingml/2006/main">
            <a:pathLst>
              <a:path w="577485" h="101826">
                <a:moveTo>
                  <a:pt x="577485" y="0"/>
                </a:moveTo>
                <a:lnTo>
                  <a:pt x="0" y="101826"/>
                </a:lnTo>
              </a:path>
            </a:pathLst>
          </a:custGeom>
          <a:noFill xmlns:a="http://schemas.openxmlformats.org/drawingml/2006/main"/>
          <a:ln xmlns:a="http://schemas.openxmlformats.org/drawingml/2006/main" w="14314">
            <a:solidFill>
              <a:srgbClr val="B7C4D4"/>
            </a:solidFill>
            <a:prstDash val="solid"/>
          </a:ln>
        </p:spPr>
      </p:sp>
      <p:sp>
        <p:nvSpPr>
          <p:cNvPr id="72" name="PLV-edge-38">
            <a:extLst xmlns:a="http://schemas.openxmlformats.org/drawingml/2006/main">
              <a:ext uri="{FF2B5EF4-FFF2-40B4-BE49-F238E27FC236}">
                <a16:creationId xmlns:a16="http://schemas.microsoft.com/office/drawing/2014/main" id="{D9E8892F-0BD4-44FC-A518-942EDA5C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220250"/>
            <a:ext cx="857250" cy="1484801"/>
          </a:xfrm>
          <a:custGeom xmlns:a="http://schemas.openxmlformats.org/drawingml/2006/main">
            <a:pathLst>
              <a:path w="857250" h="1484801">
                <a:moveTo>
                  <a:pt x="857250" y="14848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017">
            <a:solidFill>
              <a:srgbClr val="B7C4D4"/>
            </a:solidFill>
            <a:prstDash val="solid"/>
          </a:ln>
        </p:spPr>
      </p:sp>
      <p:sp>
        <p:nvSpPr>
          <p:cNvPr id="73" name="PLV-edge-39">
            <a:extLst xmlns:a="http://schemas.openxmlformats.org/drawingml/2006/main">
              <a:ext uri="{FF2B5EF4-FFF2-40B4-BE49-F238E27FC236}">
                <a16:creationId xmlns:a16="http://schemas.microsoft.com/office/drawing/2014/main" id="{26B1CCBE-4DF9-4543-9D40-AAE7EADB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310" y="6768201"/>
            <a:ext cx="144337" cy="38675"/>
          </a:xfrm>
          <a:custGeom xmlns:a="http://schemas.openxmlformats.org/drawingml/2006/main">
            <a:pathLst>
              <a:path w="144337" h="38675">
                <a:moveTo>
                  <a:pt x="144337" y="0"/>
                </a:moveTo>
                <a:lnTo>
                  <a:pt x="0" y="38675"/>
                </a:lnTo>
              </a:path>
            </a:pathLst>
          </a:custGeom>
          <a:noFill xmlns:a="http://schemas.openxmlformats.org/drawingml/2006/main"/>
          <a:ln xmlns:a="http://schemas.openxmlformats.org/drawingml/2006/main" w="13833">
            <a:solidFill>
              <a:srgbClr val="B7C4D4"/>
            </a:solidFill>
            <a:prstDash val="solid"/>
          </a:ln>
        </p:spPr>
      </p:sp>
      <p:sp>
        <p:nvSpPr>
          <p:cNvPr id="74" name="PLV-edge-40">
            <a:extLst xmlns:a="http://schemas.openxmlformats.org/drawingml/2006/main">
              <a:ext uri="{FF2B5EF4-FFF2-40B4-BE49-F238E27FC236}">
                <a16:creationId xmlns:a16="http://schemas.microsoft.com/office/drawing/2014/main" id="{57F930F5-9062-4573-A602-99A3200D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768201"/>
            <a:ext cx="293197" cy="51699"/>
          </a:xfrm>
          <a:custGeom xmlns:a="http://schemas.openxmlformats.org/drawingml/2006/main">
            <a:pathLst>
              <a:path w="293197" h="51699">
                <a:moveTo>
                  <a:pt x="293197" y="0"/>
                </a:moveTo>
                <a:lnTo>
                  <a:pt x="0" y="51699"/>
                </a:lnTo>
              </a:path>
            </a:pathLst>
          </a:custGeom>
          <a:noFill xmlns:a="http://schemas.openxmlformats.org/drawingml/2006/main"/>
          <a:ln xmlns:a="http://schemas.openxmlformats.org/drawingml/2006/main" w="13132">
            <a:solidFill>
              <a:srgbClr val="B7C4D4"/>
            </a:solidFill>
            <a:prstDash val="solid"/>
          </a:ln>
        </p:spPr>
      </p:sp>
      <p:sp>
        <p:nvSpPr>
          <p:cNvPr id="75" name="PLV-edge-41">
            <a:extLst xmlns:a="http://schemas.openxmlformats.org/drawingml/2006/main">
              <a:ext uri="{FF2B5EF4-FFF2-40B4-BE49-F238E27FC236}">
                <a16:creationId xmlns:a16="http://schemas.microsoft.com/office/drawing/2014/main" id="{E42DCFAC-19A5-43D5-8DF1-8A531960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590" y="6768201"/>
            <a:ext cx="442057" cy="38675"/>
          </a:xfrm>
          <a:custGeom xmlns:a="http://schemas.openxmlformats.org/drawingml/2006/main">
            <a:pathLst>
              <a:path w="442057" h="38675">
                <a:moveTo>
                  <a:pt x="442057" y="0"/>
                </a:moveTo>
                <a:lnTo>
                  <a:pt x="0" y="38675"/>
                </a:lnTo>
              </a:path>
            </a:pathLst>
          </a:custGeom>
          <a:noFill xmlns:a="http://schemas.openxmlformats.org/drawingml/2006/main"/>
          <a:ln xmlns:a="http://schemas.openxmlformats.org/drawingml/2006/main" w="12849">
            <a:solidFill>
              <a:srgbClr val="B7C4D4"/>
            </a:solidFill>
            <a:prstDash val="solid"/>
          </a:ln>
        </p:spPr>
      </p:sp>
      <p:sp>
        <p:nvSpPr>
          <p:cNvPr id="76" name="PLV-edge-42">
            <a:extLst xmlns:a="http://schemas.openxmlformats.org/drawingml/2006/main">
              <a:ext uri="{FF2B5EF4-FFF2-40B4-BE49-F238E27FC236}">
                <a16:creationId xmlns:a16="http://schemas.microsoft.com/office/drawing/2014/main" id="{FFE3E067-C501-4B48-BDE0-A46A0B21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220250"/>
            <a:ext cx="721822" cy="1547952"/>
          </a:xfrm>
          <a:custGeom xmlns:a="http://schemas.openxmlformats.org/drawingml/2006/main">
            <a:pathLst>
              <a:path w="721822" h="1547952">
                <a:moveTo>
                  <a:pt x="721822" y="154795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545">
            <a:solidFill>
              <a:srgbClr val="B7C4D4"/>
            </a:solidFill>
            <a:prstDash val="solid"/>
          </a:ln>
        </p:spPr>
      </p:sp>
      <p:sp>
        <p:nvSpPr>
          <p:cNvPr id="77" name="PLV-edge-43">
            <a:extLst xmlns:a="http://schemas.openxmlformats.org/drawingml/2006/main">
              <a:ext uri="{FF2B5EF4-FFF2-40B4-BE49-F238E27FC236}">
                <a16:creationId xmlns:a16="http://schemas.microsoft.com/office/drawing/2014/main" id="{6A74451F-FB23-48DE-8969-10117F1E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253" y="5157099"/>
            <a:ext cx="586394" cy="1611103"/>
          </a:xfrm>
          <a:custGeom xmlns:a="http://schemas.openxmlformats.org/drawingml/2006/main">
            <a:pathLst>
              <a:path w="586394" h="1611103">
                <a:moveTo>
                  <a:pt x="586394" y="161110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546">
            <a:solidFill>
              <a:srgbClr val="B7C4D4"/>
            </a:solidFill>
            <a:prstDash val="solid"/>
          </a:ln>
        </p:spPr>
      </p:sp>
      <p:sp>
        <p:nvSpPr>
          <p:cNvPr id="78" name="PLV-edge-44">
            <a:extLst xmlns:a="http://schemas.openxmlformats.org/drawingml/2006/main">
              <a:ext uri="{FF2B5EF4-FFF2-40B4-BE49-F238E27FC236}">
                <a16:creationId xmlns:a16="http://schemas.microsoft.com/office/drawing/2014/main" id="{9EC5BC05-9B38-4BCA-BE56-81461E42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220250"/>
            <a:ext cx="577485" cy="1586627"/>
          </a:xfrm>
          <a:custGeom xmlns:a="http://schemas.openxmlformats.org/drawingml/2006/main">
            <a:pathLst>
              <a:path w="577485" h="1586627">
                <a:moveTo>
                  <a:pt x="577485" y="158662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316">
            <a:solidFill>
              <a:srgbClr val="B7C4D4"/>
            </a:solidFill>
            <a:prstDash val="solid"/>
          </a:ln>
        </p:spPr>
      </p:sp>
      <p:sp>
        <p:nvSpPr>
          <p:cNvPr id="79" name="PLV-edge-45">
            <a:extLst xmlns:a="http://schemas.openxmlformats.org/drawingml/2006/main">
              <a:ext uri="{FF2B5EF4-FFF2-40B4-BE49-F238E27FC236}">
                <a16:creationId xmlns:a16="http://schemas.microsoft.com/office/drawing/2014/main" id="{55D33808-037C-490F-8DDB-77808DD2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253" y="5157099"/>
            <a:ext cx="442057" cy="1649778"/>
          </a:xfrm>
          <a:custGeom xmlns:a="http://schemas.openxmlformats.org/drawingml/2006/main">
            <a:pathLst>
              <a:path w="442057" h="1649778">
                <a:moveTo>
                  <a:pt x="442057" y="16497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44">
            <a:solidFill>
              <a:srgbClr val="B7C4D4"/>
            </a:solidFill>
            <a:prstDash val="solid"/>
          </a:ln>
        </p:spPr>
      </p:sp>
      <p:sp>
        <p:nvSpPr>
          <p:cNvPr id="80" name="PLV-edge-46">
            <a:extLst xmlns:a="http://schemas.openxmlformats.org/drawingml/2006/main">
              <a:ext uri="{FF2B5EF4-FFF2-40B4-BE49-F238E27FC236}">
                <a16:creationId xmlns:a16="http://schemas.microsoft.com/office/drawing/2014/main" id="{835049BD-B94C-486F-A890-D90A86F1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590" y="6806876"/>
            <a:ext cx="148860" cy="13024"/>
          </a:xfrm>
          <a:custGeom xmlns:a="http://schemas.openxmlformats.org/drawingml/2006/main">
            <a:pathLst>
              <a:path w="148860" h="13024">
                <a:moveTo>
                  <a:pt x="148860" y="1302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830">
            <a:solidFill>
              <a:srgbClr val="B7C4D4"/>
            </a:solidFill>
            <a:prstDash val="solid"/>
          </a:ln>
        </p:spPr>
      </p:sp>
      <p:sp>
        <p:nvSpPr>
          <p:cNvPr id="81" name="PLV-edge-47">
            <a:extLst xmlns:a="http://schemas.openxmlformats.org/drawingml/2006/main">
              <a:ext uri="{FF2B5EF4-FFF2-40B4-BE49-F238E27FC236}">
                <a16:creationId xmlns:a16="http://schemas.microsoft.com/office/drawing/2014/main" id="{2E4761DB-6787-4CAA-BBA5-18139573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6705050"/>
            <a:ext cx="428625" cy="114850"/>
          </a:xfrm>
          <a:custGeom xmlns:a="http://schemas.openxmlformats.org/drawingml/2006/main">
            <a:pathLst>
              <a:path w="428625" h="114850">
                <a:moveTo>
                  <a:pt x="428625" y="1148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252">
            <a:solidFill>
              <a:srgbClr val="B7C4D4"/>
            </a:solidFill>
            <a:prstDash val="solid"/>
          </a:ln>
        </p:spPr>
      </p:sp>
      <p:sp>
        <p:nvSpPr>
          <p:cNvPr id="82" name="PLV-edge-48">
            <a:extLst xmlns:a="http://schemas.openxmlformats.org/drawingml/2006/main">
              <a:ext uri="{FF2B5EF4-FFF2-40B4-BE49-F238E27FC236}">
                <a16:creationId xmlns:a16="http://schemas.microsoft.com/office/drawing/2014/main" id="{66D5CD3A-37C1-4EF0-A542-4D1A34D4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220250"/>
            <a:ext cx="428625" cy="1599650"/>
          </a:xfrm>
          <a:custGeom xmlns:a="http://schemas.openxmlformats.org/drawingml/2006/main">
            <a:pathLst>
              <a:path w="428625" h="1599650">
                <a:moveTo>
                  <a:pt x="428625" y="1599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437">
            <a:solidFill>
              <a:srgbClr val="B7C4D4"/>
            </a:solidFill>
            <a:prstDash val="solid"/>
          </a:ln>
        </p:spPr>
      </p:sp>
      <p:sp>
        <p:nvSpPr>
          <p:cNvPr id="83" name="PLV-edge-49">
            <a:extLst xmlns:a="http://schemas.openxmlformats.org/drawingml/2006/main">
              <a:ext uri="{FF2B5EF4-FFF2-40B4-BE49-F238E27FC236}">
                <a16:creationId xmlns:a16="http://schemas.microsoft.com/office/drawing/2014/main" id="{39E4EC2C-583D-4604-A740-74196606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220250"/>
            <a:ext cx="279765" cy="1586627"/>
          </a:xfrm>
          <a:custGeom xmlns:a="http://schemas.openxmlformats.org/drawingml/2006/main">
            <a:pathLst>
              <a:path w="279765" h="1586627">
                <a:moveTo>
                  <a:pt x="279765" y="158662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226">
            <a:solidFill>
              <a:srgbClr val="B7C4D4"/>
            </a:solidFill>
            <a:prstDash val="solid"/>
          </a:ln>
        </p:spPr>
      </p:sp>
      <p:sp>
        <p:nvSpPr>
          <p:cNvPr id="84" name="PLV-edge-50">
            <a:extLst xmlns:a="http://schemas.openxmlformats.org/drawingml/2006/main">
              <a:ext uri="{FF2B5EF4-FFF2-40B4-BE49-F238E27FC236}">
                <a16:creationId xmlns:a16="http://schemas.microsoft.com/office/drawing/2014/main" id="{5250E2A2-CC1F-4F7F-9592-2AA25913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6705050"/>
            <a:ext cx="135428" cy="63151"/>
          </a:xfrm>
          <a:custGeom xmlns:a="http://schemas.openxmlformats.org/drawingml/2006/main">
            <a:pathLst>
              <a:path w="135428" h="63151">
                <a:moveTo>
                  <a:pt x="135428" y="6315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689">
            <a:solidFill>
              <a:srgbClr val="B7C4D4"/>
            </a:solidFill>
            <a:prstDash val="solid"/>
          </a:ln>
        </p:spPr>
      </p:sp>
      <p:sp>
        <p:nvSpPr>
          <p:cNvPr id="85" name="PLV-edge-51">
            <a:extLst xmlns:a="http://schemas.openxmlformats.org/drawingml/2006/main">
              <a:ext uri="{FF2B5EF4-FFF2-40B4-BE49-F238E27FC236}">
                <a16:creationId xmlns:a16="http://schemas.microsoft.com/office/drawing/2014/main" id="{E87ED496-C4E4-4F14-8D7A-D5B2FD9D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118424"/>
            <a:ext cx="279765" cy="1586627"/>
          </a:xfrm>
          <a:custGeom xmlns:a="http://schemas.openxmlformats.org/drawingml/2006/main">
            <a:pathLst>
              <a:path w="279765" h="1586627">
                <a:moveTo>
                  <a:pt x="0" y="1586627"/>
                </a:moveTo>
                <a:lnTo>
                  <a:pt x="2797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272">
            <a:solidFill>
              <a:srgbClr val="B7C4D4"/>
            </a:solidFill>
            <a:prstDash val="solid"/>
          </a:ln>
        </p:spPr>
      </p:sp>
      <p:sp>
        <p:nvSpPr>
          <p:cNvPr id="86" name="PLV-edge-52">
            <a:extLst xmlns:a="http://schemas.openxmlformats.org/drawingml/2006/main">
              <a:ext uri="{FF2B5EF4-FFF2-40B4-BE49-F238E27FC236}">
                <a16:creationId xmlns:a16="http://schemas.microsoft.com/office/drawing/2014/main" id="{76CCF15E-2F24-49B6-B7BA-091D69E8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758" y="6513680"/>
            <a:ext cx="105662" cy="105662"/>
          </a:xfrm>
          <a:custGeom xmlns:a="http://schemas.openxmlformats.org/drawingml/2006/main">
            <a:pathLst>
              <a:path w="105662" h="105662">
                <a:moveTo>
                  <a:pt x="105662" y="10566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737">
            <a:solidFill>
              <a:srgbClr val="B7C4D4"/>
            </a:solidFill>
            <a:prstDash val="solid"/>
          </a:ln>
        </p:spPr>
      </p:sp>
      <p:sp>
        <p:nvSpPr>
          <p:cNvPr id="87" name="PLV-edge-53">
            <a:extLst xmlns:a="http://schemas.openxmlformats.org/drawingml/2006/main">
              <a:ext uri="{FF2B5EF4-FFF2-40B4-BE49-F238E27FC236}">
                <a16:creationId xmlns:a16="http://schemas.microsoft.com/office/drawing/2014/main" id="{A67B4A78-1BBB-4F54-8A93-E84F0CAA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899" y="6255847"/>
            <a:ext cx="63151" cy="135428"/>
          </a:xfrm>
          <a:custGeom xmlns:a="http://schemas.openxmlformats.org/drawingml/2006/main">
            <a:pathLst>
              <a:path w="63151" h="135428">
                <a:moveTo>
                  <a:pt x="63151" y="13542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83">
            <a:solidFill>
              <a:srgbClr val="B7C4D4"/>
            </a:solidFill>
            <a:prstDash val="solid"/>
          </a:ln>
        </p:spPr>
      </p:sp>
      <p:sp>
        <p:nvSpPr>
          <p:cNvPr id="88" name="PLV-edge-54">
            <a:extLst xmlns:a="http://schemas.openxmlformats.org/drawingml/2006/main">
              <a:ext uri="{FF2B5EF4-FFF2-40B4-BE49-F238E27FC236}">
                <a16:creationId xmlns:a16="http://schemas.microsoft.com/office/drawing/2014/main" id="{D16D35A8-3033-43D6-AEA1-A875D07A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62650"/>
            <a:ext cx="13024" cy="148860"/>
          </a:xfrm>
          <a:custGeom xmlns:a="http://schemas.openxmlformats.org/drawingml/2006/main">
            <a:pathLst>
              <a:path w="13024" h="148860">
                <a:moveTo>
                  <a:pt x="13024" y="1488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341">
            <a:solidFill>
              <a:srgbClr val="B7C4D4"/>
            </a:solidFill>
            <a:prstDash val="solid"/>
          </a:ln>
        </p:spPr>
      </p:sp>
      <p:sp>
        <p:nvSpPr>
          <p:cNvPr id="89" name="PLV-edge-55">
            <a:extLst xmlns:a="http://schemas.openxmlformats.org/drawingml/2006/main">
              <a:ext uri="{FF2B5EF4-FFF2-40B4-BE49-F238E27FC236}">
                <a16:creationId xmlns:a16="http://schemas.microsoft.com/office/drawing/2014/main" id="{F832F589-8CDC-4202-A045-FEDEEF62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224" y="5813790"/>
            <a:ext cx="1905" cy="297720"/>
          </a:xfrm>
          <a:custGeom xmlns:a="http://schemas.openxmlformats.org/drawingml/2006/main">
            <a:pathLst>
              <a:path w="1905" h="297720">
                <a:moveTo>
                  <a:pt x="0" y="2977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31">
            <a:solidFill>
              <a:srgbClr val="B7C4D4"/>
            </a:solidFill>
            <a:prstDash val="solid"/>
          </a:ln>
        </p:spPr>
      </p:sp>
      <p:sp>
        <p:nvSpPr>
          <p:cNvPr id="90" name="PLV-edge-56">
            <a:extLst xmlns:a="http://schemas.openxmlformats.org/drawingml/2006/main">
              <a:ext uri="{FF2B5EF4-FFF2-40B4-BE49-F238E27FC236}">
                <a16:creationId xmlns:a16="http://schemas.microsoft.com/office/drawing/2014/main" id="{8CBCD3D6-4109-4CEE-8D72-FA229DB9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13790"/>
            <a:ext cx="13024" cy="148860"/>
          </a:xfrm>
          <a:custGeom xmlns:a="http://schemas.openxmlformats.org/drawingml/2006/main">
            <a:pathLst>
              <a:path w="13024" h="148860">
                <a:moveTo>
                  <a:pt x="0" y="148860"/>
                </a:moveTo>
                <a:lnTo>
                  <a:pt x="130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310">
            <a:solidFill>
              <a:srgbClr val="B7C4D4"/>
            </a:solidFill>
            <a:prstDash val="solid"/>
          </a:ln>
        </p:spPr>
      </p:sp>
      <p:sp>
        <p:nvSpPr>
          <p:cNvPr id="91" name="PLV-edge-57">
            <a:extLst xmlns:a="http://schemas.openxmlformats.org/drawingml/2006/main">
              <a:ext uri="{FF2B5EF4-FFF2-40B4-BE49-F238E27FC236}">
                <a16:creationId xmlns:a16="http://schemas.microsoft.com/office/drawing/2014/main" id="{DA6AF97D-8BDD-4158-9F31-BF630E70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34025"/>
            <a:ext cx="114850" cy="428625"/>
          </a:xfrm>
          <a:custGeom xmlns:a="http://schemas.openxmlformats.org/drawingml/2006/main">
            <a:pathLst>
              <a:path w="114850" h="428625">
                <a:moveTo>
                  <a:pt x="0" y="428625"/>
                </a:moveTo>
                <a:lnTo>
                  <a:pt x="114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655">
            <a:solidFill>
              <a:srgbClr val="B7C4D4"/>
            </a:solidFill>
            <a:prstDash val="solid"/>
          </a:ln>
        </p:spPr>
      </p:sp>
      <p:sp>
        <p:nvSpPr>
          <p:cNvPr id="92" name="PLV-edge-58">
            <a:extLst xmlns:a="http://schemas.openxmlformats.org/drawingml/2006/main">
              <a:ext uri="{FF2B5EF4-FFF2-40B4-BE49-F238E27FC236}">
                <a16:creationId xmlns:a16="http://schemas.microsoft.com/office/drawing/2014/main" id="{9D8C5225-F67B-4C0E-8278-A6A3224A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224" y="5669453"/>
            <a:ext cx="38675" cy="144337"/>
          </a:xfrm>
          <a:custGeom xmlns:a="http://schemas.openxmlformats.org/drawingml/2006/main">
            <a:pathLst>
              <a:path w="38675" h="144337">
                <a:moveTo>
                  <a:pt x="0" y="144337"/>
                </a:moveTo>
                <a:lnTo>
                  <a:pt x="38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46">
            <a:solidFill>
              <a:srgbClr val="B7C4D4"/>
            </a:solidFill>
            <a:prstDash val="solid"/>
          </a:ln>
        </p:spPr>
      </p:sp>
      <p:sp>
        <p:nvSpPr>
          <p:cNvPr id="93" name="PLV-edge-59">
            <a:extLst xmlns:a="http://schemas.openxmlformats.org/drawingml/2006/main">
              <a:ext uri="{FF2B5EF4-FFF2-40B4-BE49-F238E27FC236}">
                <a16:creationId xmlns:a16="http://schemas.microsoft.com/office/drawing/2014/main" id="{20076CFC-511B-4C56-BA79-5E55E5A2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050" y="5411620"/>
            <a:ext cx="85709" cy="122405"/>
          </a:xfrm>
          <a:custGeom xmlns:a="http://schemas.openxmlformats.org/drawingml/2006/main">
            <a:pathLst>
              <a:path w="85709" h="122405">
                <a:moveTo>
                  <a:pt x="0" y="122405"/>
                </a:moveTo>
                <a:lnTo>
                  <a:pt x="857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441">
            <a:solidFill>
              <a:srgbClr val="B7C4D4"/>
            </a:solidFill>
            <a:prstDash val="solid"/>
          </a:ln>
        </p:spPr>
      </p:sp>
      <p:sp>
        <p:nvSpPr>
          <p:cNvPr id="94" name="PLV-edge-60">
            <a:extLst xmlns:a="http://schemas.openxmlformats.org/drawingml/2006/main">
              <a:ext uri="{FF2B5EF4-FFF2-40B4-BE49-F238E27FC236}">
                <a16:creationId xmlns:a16="http://schemas.microsoft.com/office/drawing/2014/main" id="{B01238BB-33F7-478E-9FC9-AF755F8A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050" y="5305958"/>
            <a:ext cx="191371" cy="228067"/>
          </a:xfrm>
          <a:custGeom xmlns:a="http://schemas.openxmlformats.org/drawingml/2006/main">
            <a:pathLst>
              <a:path w="191371" h="228067">
                <a:moveTo>
                  <a:pt x="0" y="228067"/>
                </a:moveTo>
                <a:lnTo>
                  <a:pt x="1913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286">
            <a:solidFill>
              <a:srgbClr val="B7C4D4"/>
            </a:solidFill>
            <a:prstDash val="solid"/>
          </a:ln>
        </p:spPr>
      </p:sp>
      <p:sp>
        <p:nvSpPr>
          <p:cNvPr id="95" name="PLV-edge-61">
            <a:extLst xmlns:a="http://schemas.openxmlformats.org/drawingml/2006/main">
              <a:ext uri="{FF2B5EF4-FFF2-40B4-BE49-F238E27FC236}">
                <a16:creationId xmlns:a16="http://schemas.microsoft.com/office/drawing/2014/main" id="{5370704C-EAD7-410A-948D-9A919634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758" y="5305958"/>
            <a:ext cx="105662" cy="105662"/>
          </a:xfrm>
          <a:custGeom xmlns:a="http://schemas.openxmlformats.org/drawingml/2006/main">
            <a:pathLst>
              <a:path w="105662" h="105662">
                <a:moveTo>
                  <a:pt x="0" y="105662"/>
                </a:moveTo>
                <a:lnTo>
                  <a:pt x="1056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281">
            <a:solidFill>
              <a:srgbClr val="B7C4D4"/>
            </a:solidFill>
            <a:prstDash val="solid"/>
          </a:ln>
        </p:spPr>
      </p:sp>
      <p:sp>
        <p:nvSpPr>
          <p:cNvPr id="96" name="PLV-edge-62">
            <a:extLst xmlns:a="http://schemas.openxmlformats.org/drawingml/2006/main">
              <a:ext uri="{FF2B5EF4-FFF2-40B4-BE49-F238E27FC236}">
                <a16:creationId xmlns:a16="http://schemas.microsoft.com/office/drawing/2014/main" id="{31D839B0-3EEC-430D-8476-7475CFF8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157099"/>
            <a:ext cx="135428" cy="63151"/>
          </a:xfrm>
          <a:custGeom xmlns:a="http://schemas.openxmlformats.org/drawingml/2006/main">
            <a:pathLst>
              <a:path w="135428" h="63151">
                <a:moveTo>
                  <a:pt x="0" y="63151"/>
                </a:moveTo>
                <a:lnTo>
                  <a:pt x="1354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67">
            <a:solidFill>
              <a:srgbClr val="B7C4D4"/>
            </a:solidFill>
            <a:prstDash val="solid"/>
          </a:ln>
        </p:spPr>
      </p:sp>
      <p:sp>
        <p:nvSpPr>
          <p:cNvPr id="97" name="contact-LAF1">
            <a:extLst xmlns:a="http://schemas.openxmlformats.org/drawingml/2006/main">
              <a:ext uri="{FF2B5EF4-FFF2-40B4-BE49-F238E27FC236}">
                <a16:creationId xmlns:a16="http://schemas.microsoft.com/office/drawing/2014/main" id="{5073C561-6431-44E2-9355-5FA69099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057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98" name="contact-LAF2">
            <a:extLst xmlns:a="http://schemas.openxmlformats.org/drawingml/2006/main">
              <a:ext uri="{FF2B5EF4-FFF2-40B4-BE49-F238E27FC236}">
                <a16:creationId xmlns:a16="http://schemas.microsoft.com/office/drawing/2014/main" id="{0139EA5E-21D8-46ED-A5D0-658CF0CA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685" y="507079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8B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99" name="contact-LAF3">
            <a:extLst xmlns:a="http://schemas.openxmlformats.org/drawingml/2006/main">
              <a:ext uri="{FF2B5EF4-FFF2-40B4-BE49-F238E27FC236}">
                <a16:creationId xmlns:a16="http://schemas.microsoft.com/office/drawing/2014/main" id="{65B24F8A-24D5-4544-8BD5-7B9CC4DC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022" y="510947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0" name="contact-LAF4">
            <a:extLst xmlns:a="http://schemas.openxmlformats.org/drawingml/2006/main">
              <a:ext uri="{FF2B5EF4-FFF2-40B4-BE49-F238E27FC236}">
                <a16:creationId xmlns:a16="http://schemas.microsoft.com/office/drawing/2014/main" id="{170EF61B-8793-43F9-B602-CC94B581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17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1" name="contact-RA2">
            <a:extLst xmlns:a="http://schemas.openxmlformats.org/drawingml/2006/main">
              <a:ext uri="{FF2B5EF4-FFF2-40B4-BE49-F238E27FC236}">
                <a16:creationId xmlns:a16="http://schemas.microsoft.com/office/drawing/2014/main" id="{20ABB41C-0391-49EE-97DE-68A43D44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855" y="525833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2" name="contact-RA3">
            <a:extLst xmlns:a="http://schemas.openxmlformats.org/drawingml/2006/main">
              <a:ext uri="{FF2B5EF4-FFF2-40B4-BE49-F238E27FC236}">
                <a16:creationId xmlns:a16="http://schemas.microsoft.com/office/drawing/2014/main" id="{F30B194A-A7C9-455C-8CB8-BA55E7D2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5517" y="536399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8B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3" name="contact-RAFa1">
            <a:extLst xmlns:a="http://schemas.openxmlformats.org/drawingml/2006/main">
              <a:ext uri="{FF2B5EF4-FFF2-40B4-BE49-F238E27FC236}">
                <a16:creationId xmlns:a16="http://schemas.microsoft.com/office/drawing/2014/main" id="{3D11A160-840C-47E3-BF13-2BD9CE19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225" y="5486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8B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4" name="contact-RAFa2">
            <a:extLst xmlns:a="http://schemas.openxmlformats.org/drawingml/2006/main">
              <a:ext uri="{FF2B5EF4-FFF2-40B4-BE49-F238E27FC236}">
                <a16:creationId xmlns:a16="http://schemas.microsoft.com/office/drawing/2014/main" id="{2DCB5A56-0958-4C4E-8162-61E2A61F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376" y="562182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5" name="contact-RAFa3">
            <a:extLst xmlns:a="http://schemas.openxmlformats.org/drawingml/2006/main">
              <a:ext uri="{FF2B5EF4-FFF2-40B4-BE49-F238E27FC236}">
                <a16:creationId xmlns:a16="http://schemas.microsoft.com/office/drawing/2014/main" id="{FADBA585-FDE4-428A-AF4C-8A9F9FB0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3051" y="576616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6" name="contact-RAFa4">
            <a:extLst xmlns:a="http://schemas.openxmlformats.org/drawingml/2006/main">
              <a:ext uri="{FF2B5EF4-FFF2-40B4-BE49-F238E27FC236}">
                <a16:creationId xmlns:a16="http://schemas.microsoft.com/office/drawing/2014/main" id="{2AD9A573-00C7-4F7C-A3BF-F01674CA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915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7" name="contact-RAFb1">
            <a:extLst xmlns:a="http://schemas.openxmlformats.org/drawingml/2006/main">
              <a:ext uri="{FF2B5EF4-FFF2-40B4-BE49-F238E27FC236}">
                <a16:creationId xmlns:a16="http://schemas.microsoft.com/office/drawing/2014/main" id="{6F571072-426D-4FD2-9B36-E5C079C1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3051" y="606388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8B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8" name="contact-RAFb2">
            <a:extLst xmlns:a="http://schemas.openxmlformats.org/drawingml/2006/main">
              <a:ext uri="{FF2B5EF4-FFF2-40B4-BE49-F238E27FC236}">
                <a16:creationId xmlns:a16="http://schemas.microsoft.com/office/drawing/2014/main" id="{7BB04055-F930-4B2B-AA6B-91F0C010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376" y="620822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8B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09" name="contact-RAFb3">
            <a:extLst xmlns:a="http://schemas.openxmlformats.org/drawingml/2006/main">
              <a:ext uri="{FF2B5EF4-FFF2-40B4-BE49-F238E27FC236}">
                <a16:creationId xmlns:a16="http://schemas.microsoft.com/office/drawing/2014/main" id="{B503E9C5-0613-4CD4-89CE-76932E42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225" y="6343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0" name="contact-RAFb4">
            <a:extLst xmlns:a="http://schemas.openxmlformats.org/drawingml/2006/main">
              <a:ext uri="{FF2B5EF4-FFF2-40B4-BE49-F238E27FC236}">
                <a16:creationId xmlns:a16="http://schemas.microsoft.com/office/drawing/2014/main" id="{FABF2B03-FA83-4FD0-8956-97C6F4FC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5517" y="646605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1" name="contact-RAFc1">
            <a:extLst xmlns:a="http://schemas.openxmlformats.org/drawingml/2006/main">
              <a:ext uri="{FF2B5EF4-FFF2-40B4-BE49-F238E27FC236}">
                <a16:creationId xmlns:a16="http://schemas.microsoft.com/office/drawing/2014/main" id="{592DF93D-2D71-4765-BB4A-65B67F8E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855" y="657171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2" name="contact-RAFc2">
            <a:extLst xmlns:a="http://schemas.openxmlformats.org/drawingml/2006/main">
              <a:ext uri="{FF2B5EF4-FFF2-40B4-BE49-F238E27FC236}">
                <a16:creationId xmlns:a16="http://schemas.microsoft.com/office/drawing/2014/main" id="{5C069579-01D4-4B4F-8055-9CF95D81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657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8B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3" name="contact-RAFc3">
            <a:extLst xmlns:a="http://schemas.openxmlformats.org/drawingml/2006/main">
              <a:ext uri="{FF2B5EF4-FFF2-40B4-BE49-F238E27FC236}">
                <a16:creationId xmlns:a16="http://schemas.microsoft.com/office/drawing/2014/main" id="{1A71EE61-D2A0-40E5-97A8-8624F6B1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022" y="672057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8B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4" name="contact-RAFc4">
            <a:extLst xmlns:a="http://schemas.openxmlformats.org/drawingml/2006/main">
              <a:ext uri="{FF2B5EF4-FFF2-40B4-BE49-F238E27FC236}">
                <a16:creationId xmlns:a16="http://schemas.microsoft.com/office/drawing/2014/main" id="{ED43DAE6-5A3C-4C28-88A9-0FA771FF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685" y="675925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5" name="contact-RAFd1">
            <a:extLst xmlns:a="http://schemas.openxmlformats.org/drawingml/2006/main">
              <a:ext uri="{FF2B5EF4-FFF2-40B4-BE49-F238E27FC236}">
                <a16:creationId xmlns:a16="http://schemas.microsoft.com/office/drawing/2014/main" id="{A12B419E-7419-40C6-B2B0-56E3828E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6772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8B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6" name="contact-RAFd2">
            <a:extLst xmlns:a="http://schemas.openxmlformats.org/drawingml/2006/main">
              <a:ext uri="{FF2B5EF4-FFF2-40B4-BE49-F238E27FC236}">
                <a16:creationId xmlns:a16="http://schemas.microsoft.com/office/drawing/2014/main" id="{B57D0998-E0A3-4B86-8716-985FC285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9965" y="675925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7" name="contact-RAFd3">
            <a:extLst xmlns:a="http://schemas.openxmlformats.org/drawingml/2006/main">
              <a:ext uri="{FF2B5EF4-FFF2-40B4-BE49-F238E27FC236}">
                <a16:creationId xmlns:a16="http://schemas.microsoft.com/office/drawing/2014/main" id="{173640B7-15E2-4C13-9E05-E35C4A4E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628" y="672057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8" name="contact-RAFd4">
            <a:extLst xmlns:a="http://schemas.openxmlformats.org/drawingml/2006/main">
              <a:ext uri="{FF2B5EF4-FFF2-40B4-BE49-F238E27FC236}">
                <a16:creationId xmlns:a16="http://schemas.microsoft.com/office/drawing/2014/main" id="{708D42E7-A7F4-402B-88DA-BC0EB1A9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657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9" name="contact-RH1">
            <a:extLst xmlns:a="http://schemas.openxmlformats.org/drawingml/2006/main">
              <a:ext uri="{FF2B5EF4-FFF2-40B4-BE49-F238E27FC236}">
                <a16:creationId xmlns:a16="http://schemas.microsoft.com/office/drawing/2014/main" id="{9AAF30C8-6B65-404B-81AB-FF10CE36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795" y="657171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0" name="contact-RH2">
            <a:extLst xmlns:a="http://schemas.openxmlformats.org/drawingml/2006/main">
              <a:ext uri="{FF2B5EF4-FFF2-40B4-BE49-F238E27FC236}">
                <a16:creationId xmlns:a16="http://schemas.microsoft.com/office/drawing/2014/main" id="{CA5923D1-911E-4CFE-B0B7-893CC7D0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133" y="646605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1" name="contact-RH3">
            <a:extLst xmlns:a="http://schemas.openxmlformats.org/drawingml/2006/main">
              <a:ext uri="{FF2B5EF4-FFF2-40B4-BE49-F238E27FC236}">
                <a16:creationId xmlns:a16="http://schemas.microsoft.com/office/drawing/2014/main" id="{6EF89A53-3671-4A10-92AD-0078E1B9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425" y="6343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2" name="contact-RH4">
            <a:extLst xmlns:a="http://schemas.openxmlformats.org/drawingml/2006/main">
              <a:ext uri="{FF2B5EF4-FFF2-40B4-BE49-F238E27FC236}">
                <a16:creationId xmlns:a16="http://schemas.microsoft.com/office/drawing/2014/main" id="{F6E44371-E1F6-4347-B073-361FF853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274" y="620822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3" name="contact-RPFa1">
            <a:extLst xmlns:a="http://schemas.openxmlformats.org/drawingml/2006/main">
              <a:ext uri="{FF2B5EF4-FFF2-40B4-BE49-F238E27FC236}">
                <a16:creationId xmlns:a16="http://schemas.microsoft.com/office/drawing/2014/main" id="{89450B30-415D-4E8C-8AAD-2842917C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599" y="606388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8B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4" name="contact-RPFa2">
            <a:extLst xmlns:a="http://schemas.openxmlformats.org/drawingml/2006/main">
              <a:ext uri="{FF2B5EF4-FFF2-40B4-BE49-F238E27FC236}">
                <a16:creationId xmlns:a16="http://schemas.microsoft.com/office/drawing/2014/main" id="{E894398A-87F1-43F0-B882-9C5DFD17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915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8B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5" name="contact-RPFa3">
            <a:extLst xmlns:a="http://schemas.openxmlformats.org/drawingml/2006/main">
              <a:ext uri="{FF2B5EF4-FFF2-40B4-BE49-F238E27FC236}">
                <a16:creationId xmlns:a16="http://schemas.microsoft.com/office/drawing/2014/main" id="{586E4D51-5592-4C0F-B13E-D401BE1C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599" y="576616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8B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6" name="contact-RPFa4">
            <a:extLst xmlns:a="http://schemas.openxmlformats.org/drawingml/2006/main">
              <a:ext uri="{FF2B5EF4-FFF2-40B4-BE49-F238E27FC236}">
                <a16:creationId xmlns:a16="http://schemas.microsoft.com/office/drawing/2014/main" id="{830BA4DB-0BFF-403C-B63D-DA253F17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274" y="562182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7" name="contact-RPFb1">
            <a:extLst xmlns:a="http://schemas.openxmlformats.org/drawingml/2006/main">
              <a:ext uri="{FF2B5EF4-FFF2-40B4-BE49-F238E27FC236}">
                <a16:creationId xmlns:a16="http://schemas.microsoft.com/office/drawing/2014/main" id="{B4B799FB-73A4-4500-A0EA-6D6E4F10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425" y="5486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8B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8" name="contact-RPFb2">
            <a:extLst xmlns:a="http://schemas.openxmlformats.org/drawingml/2006/main">
              <a:ext uri="{FF2B5EF4-FFF2-40B4-BE49-F238E27FC236}">
                <a16:creationId xmlns:a16="http://schemas.microsoft.com/office/drawing/2014/main" id="{DE51C305-AB2D-4134-835D-E1046247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133" y="536399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29" name="contact-RPFb3">
            <a:extLst xmlns:a="http://schemas.openxmlformats.org/drawingml/2006/main">
              <a:ext uri="{FF2B5EF4-FFF2-40B4-BE49-F238E27FC236}">
                <a16:creationId xmlns:a16="http://schemas.microsoft.com/office/drawing/2014/main" id="{8DB513B6-788E-48ED-ADB5-619BB747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795" y="525833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30" name="contact-RPFc1">
            <a:extLst xmlns:a="http://schemas.openxmlformats.org/drawingml/2006/main">
              <a:ext uri="{FF2B5EF4-FFF2-40B4-BE49-F238E27FC236}">
                <a16:creationId xmlns:a16="http://schemas.microsoft.com/office/drawing/2014/main" id="{99E5A3CA-1253-4E3D-A457-0C190BF4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7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8B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31" name="contact-RPFc2">
            <a:extLst xmlns:a="http://schemas.openxmlformats.org/drawingml/2006/main">
              <a:ext uri="{FF2B5EF4-FFF2-40B4-BE49-F238E27FC236}">
                <a16:creationId xmlns:a16="http://schemas.microsoft.com/office/drawing/2014/main" id="{4C910F91-67AB-4557-A51E-448E421B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628" y="510947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32" name="contact-RPFc3">
            <a:extLst xmlns:a="http://schemas.openxmlformats.org/drawingml/2006/main">
              <a:ext uri="{FF2B5EF4-FFF2-40B4-BE49-F238E27FC236}">
                <a16:creationId xmlns:a16="http://schemas.microsoft.com/office/drawing/2014/main" id="{8EE818CC-07B5-48BA-A851-F6E9A676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9965" y="507079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33" name="A-I-row-0-col-0-value-0">
            <a:extLst xmlns:a="http://schemas.openxmlformats.org/drawingml/2006/main">
              <a:ext uri="{FF2B5EF4-FFF2-40B4-BE49-F238E27FC236}">
                <a16:creationId xmlns:a16="http://schemas.microsoft.com/office/drawing/2014/main" id="{444D1DCE-AFAF-478D-970A-DDD39CA3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1911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A-I-row-0-col-1-value-0.9642811007516838">
            <a:extLst xmlns:a="http://schemas.openxmlformats.org/drawingml/2006/main">
              <a:ext uri="{FF2B5EF4-FFF2-40B4-BE49-F238E27FC236}">
                <a16:creationId xmlns:a16="http://schemas.microsoft.com/office/drawing/2014/main" id="{C5785CF8-DE87-4F65-9B36-12B70E88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51911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9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A-I-row-0-col-2-value-0.6874695833330076">
            <a:extLst xmlns:a="http://schemas.openxmlformats.org/drawingml/2006/main">
              <a:ext uri="{FF2B5EF4-FFF2-40B4-BE49-F238E27FC236}">
                <a16:creationId xmlns:a16="http://schemas.microsoft.com/office/drawing/2014/main" id="{93E10292-9224-4E2A-A261-69D49760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970" y="51911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82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A-I-row-0-col-3-value-0">
            <a:extLst xmlns:a="http://schemas.openxmlformats.org/drawingml/2006/main">
              <a:ext uri="{FF2B5EF4-FFF2-40B4-BE49-F238E27FC236}">
                <a16:creationId xmlns:a16="http://schemas.microsoft.com/office/drawing/2014/main" id="{90430468-C98B-4093-8F75-CEA8CF06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51911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A-I-row-0-col-4-value-0">
            <a:extLst xmlns:a="http://schemas.openxmlformats.org/drawingml/2006/main">
              <a:ext uri="{FF2B5EF4-FFF2-40B4-BE49-F238E27FC236}">
                <a16:creationId xmlns:a16="http://schemas.microsoft.com/office/drawing/2014/main" id="{161B09E2-D5AE-44BC-A707-92B71337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90" y="51911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A-I-row-0-col-5-value-0">
            <a:extLst xmlns:a="http://schemas.openxmlformats.org/drawingml/2006/main">
              <a:ext uri="{FF2B5EF4-FFF2-40B4-BE49-F238E27FC236}">
                <a16:creationId xmlns:a16="http://schemas.microsoft.com/office/drawing/2014/main" id="{052B83C4-6A2E-44E2-9567-A884F90C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1911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A-I-row-0-col-6-value-0">
            <a:extLst xmlns:a="http://schemas.openxmlformats.org/drawingml/2006/main">
              <a:ext uri="{FF2B5EF4-FFF2-40B4-BE49-F238E27FC236}">
                <a16:creationId xmlns:a16="http://schemas.microsoft.com/office/drawing/2014/main" id="{B6342CCA-7605-4033-99AA-17A57A3F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10" y="51911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A-I-row-0-col-7-value-0">
            <a:extLst xmlns:a="http://schemas.openxmlformats.org/drawingml/2006/main">
              <a:ext uri="{FF2B5EF4-FFF2-40B4-BE49-F238E27FC236}">
                <a16:creationId xmlns:a16="http://schemas.microsoft.com/office/drawing/2014/main" id="{BEDCFADD-7ABD-45E5-8919-56BB81B0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51911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A-I-row-0-col-8-value-0">
            <a:extLst xmlns:a="http://schemas.openxmlformats.org/drawingml/2006/main">
              <a:ext uri="{FF2B5EF4-FFF2-40B4-BE49-F238E27FC236}">
                <a16:creationId xmlns:a16="http://schemas.microsoft.com/office/drawing/2014/main" id="{FC5E00FC-FE50-419F-BB1C-EBF44BD1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30" y="51911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A-I-row-0-col-9-value-0">
            <a:extLst xmlns:a="http://schemas.openxmlformats.org/drawingml/2006/main">
              <a:ext uri="{FF2B5EF4-FFF2-40B4-BE49-F238E27FC236}">
                <a16:creationId xmlns:a16="http://schemas.microsoft.com/office/drawing/2014/main" id="{9800DE91-0170-4958-9EAD-9B78C03D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40" y="51911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A-I-row-0-col-10-value-0">
            <a:extLst xmlns:a="http://schemas.openxmlformats.org/drawingml/2006/main">
              <a:ext uri="{FF2B5EF4-FFF2-40B4-BE49-F238E27FC236}">
                <a16:creationId xmlns:a16="http://schemas.microsoft.com/office/drawing/2014/main" id="{472A6733-542E-42A9-A268-DDFF07A7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911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A-I-row-0-col-11-value-0">
            <a:extLst xmlns:a="http://schemas.openxmlformats.org/drawingml/2006/main">
              <a:ext uri="{FF2B5EF4-FFF2-40B4-BE49-F238E27FC236}">
                <a16:creationId xmlns:a16="http://schemas.microsoft.com/office/drawing/2014/main" id="{1998E6E6-0FB0-4E87-A062-F51A2625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51911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A-I-row-0-col-12-value-0">
            <a:extLst xmlns:a="http://schemas.openxmlformats.org/drawingml/2006/main">
              <a:ext uri="{FF2B5EF4-FFF2-40B4-BE49-F238E27FC236}">
                <a16:creationId xmlns:a16="http://schemas.microsoft.com/office/drawing/2014/main" id="{723E57DE-7B9C-4D25-A7A0-46229C11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70" y="51911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A-I-row-0-col-13-value-0">
            <a:extLst xmlns:a="http://schemas.openxmlformats.org/drawingml/2006/main">
              <a:ext uri="{FF2B5EF4-FFF2-40B4-BE49-F238E27FC236}">
                <a16:creationId xmlns:a16="http://schemas.microsoft.com/office/drawing/2014/main" id="{55627911-8FB2-4394-9E6D-CF2546A4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51911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A-I-row-0-col-14-value-0">
            <a:extLst xmlns:a="http://schemas.openxmlformats.org/drawingml/2006/main">
              <a:ext uri="{FF2B5EF4-FFF2-40B4-BE49-F238E27FC236}">
                <a16:creationId xmlns:a16="http://schemas.microsoft.com/office/drawing/2014/main" id="{7711A7E3-F3CF-4E7D-A00A-F024D48E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51911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A-I-row-0-col-15-value-0">
            <a:extLst xmlns:a="http://schemas.openxmlformats.org/drawingml/2006/main">
              <a:ext uri="{FF2B5EF4-FFF2-40B4-BE49-F238E27FC236}">
                <a16:creationId xmlns:a16="http://schemas.microsoft.com/office/drawing/2014/main" id="{8D794E9D-D854-49D7-9AAA-DBA97751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911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A-I-row-0-col-16-value-0">
            <a:extLst xmlns:a="http://schemas.openxmlformats.org/drawingml/2006/main">
              <a:ext uri="{FF2B5EF4-FFF2-40B4-BE49-F238E27FC236}">
                <a16:creationId xmlns:a16="http://schemas.microsoft.com/office/drawing/2014/main" id="{C3E69AC2-9306-495C-B76A-FF11D599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51911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A-I-row-0-col-17-value-0">
            <a:extLst xmlns:a="http://schemas.openxmlformats.org/drawingml/2006/main">
              <a:ext uri="{FF2B5EF4-FFF2-40B4-BE49-F238E27FC236}">
                <a16:creationId xmlns:a16="http://schemas.microsoft.com/office/drawing/2014/main" id="{75902B3F-9DCD-4E3F-8871-C730C921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51911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A-I-row-0-col-18-value-0">
            <a:extLst xmlns:a="http://schemas.openxmlformats.org/drawingml/2006/main">
              <a:ext uri="{FF2B5EF4-FFF2-40B4-BE49-F238E27FC236}">
                <a16:creationId xmlns:a16="http://schemas.microsoft.com/office/drawing/2014/main" id="{7B4814E8-FDEB-4A09-82B9-5E1A7F56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51911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A-I-row-0-col-19-value-0">
            <a:extLst xmlns:a="http://schemas.openxmlformats.org/drawingml/2006/main">
              <a:ext uri="{FF2B5EF4-FFF2-40B4-BE49-F238E27FC236}">
                <a16:creationId xmlns:a16="http://schemas.microsoft.com/office/drawing/2014/main" id="{50B37E68-3DAC-4E99-841D-9024BB29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51911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A-I-row-0-col-20-value-0">
            <a:extLst xmlns:a="http://schemas.openxmlformats.org/drawingml/2006/main">
              <a:ext uri="{FF2B5EF4-FFF2-40B4-BE49-F238E27FC236}">
                <a16:creationId xmlns:a16="http://schemas.microsoft.com/office/drawing/2014/main" id="{70EAC220-EB0A-4547-B13C-44BC9E88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1911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A-I-row-0-col-21-value-0">
            <a:extLst xmlns:a="http://schemas.openxmlformats.org/drawingml/2006/main">
              <a:ext uri="{FF2B5EF4-FFF2-40B4-BE49-F238E27FC236}">
                <a16:creationId xmlns:a16="http://schemas.microsoft.com/office/drawing/2014/main" id="{0FAE17A6-87C5-44A0-A649-A54446B2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51911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A-I-row-0-col-22-value-0">
            <a:extLst xmlns:a="http://schemas.openxmlformats.org/drawingml/2006/main">
              <a:ext uri="{FF2B5EF4-FFF2-40B4-BE49-F238E27FC236}">
                <a16:creationId xmlns:a16="http://schemas.microsoft.com/office/drawing/2014/main" id="{45A64F87-38E0-49C3-9D3E-433B8B22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170" y="51911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A-I-row-0-col-23-value-0">
            <a:extLst xmlns:a="http://schemas.openxmlformats.org/drawingml/2006/main">
              <a:ext uri="{FF2B5EF4-FFF2-40B4-BE49-F238E27FC236}">
                <a16:creationId xmlns:a16="http://schemas.microsoft.com/office/drawing/2014/main" id="{79D1191E-87F2-44F5-B393-0384AE99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51911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A-I-row-0-col-24-value-0">
            <a:extLst xmlns:a="http://schemas.openxmlformats.org/drawingml/2006/main">
              <a:ext uri="{FF2B5EF4-FFF2-40B4-BE49-F238E27FC236}">
                <a16:creationId xmlns:a16="http://schemas.microsoft.com/office/drawing/2014/main" id="{92DC007E-258C-4886-9CC0-B60AA752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990" y="51911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A-I-row-0-col-25-value-0">
            <a:extLst xmlns:a="http://schemas.openxmlformats.org/drawingml/2006/main">
              <a:ext uri="{FF2B5EF4-FFF2-40B4-BE49-F238E27FC236}">
                <a16:creationId xmlns:a16="http://schemas.microsoft.com/office/drawing/2014/main" id="{5B48253E-C8CB-44C4-8B2D-A9E3E7EA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1911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A-I-row-0-col-26-value-0">
            <a:extLst xmlns:a="http://schemas.openxmlformats.org/drawingml/2006/main">
              <a:ext uri="{FF2B5EF4-FFF2-40B4-BE49-F238E27FC236}">
                <a16:creationId xmlns:a16="http://schemas.microsoft.com/office/drawing/2014/main" id="{E89D271B-12C6-45CA-BF31-636BC022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51911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A-I-row-0-col-27-value-0">
            <a:extLst xmlns:a="http://schemas.openxmlformats.org/drawingml/2006/main">
              <a:ext uri="{FF2B5EF4-FFF2-40B4-BE49-F238E27FC236}">
                <a16:creationId xmlns:a16="http://schemas.microsoft.com/office/drawing/2014/main" id="{7C8EA789-6B55-4817-AB99-F4B866D2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51911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A-I-row-0-col-28-value-0">
            <a:extLst xmlns:a="http://schemas.openxmlformats.org/drawingml/2006/main">
              <a:ext uri="{FF2B5EF4-FFF2-40B4-BE49-F238E27FC236}">
                <a16:creationId xmlns:a16="http://schemas.microsoft.com/office/drawing/2014/main" id="{E92E7E67-8B06-4803-AD18-1222C01C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51911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A-I-row-0-col-29-value-0">
            <a:extLst xmlns:a="http://schemas.openxmlformats.org/drawingml/2006/main">
              <a:ext uri="{FF2B5EF4-FFF2-40B4-BE49-F238E27FC236}">
                <a16:creationId xmlns:a16="http://schemas.microsoft.com/office/drawing/2014/main" id="{083DD07A-E7BA-4BD1-9978-D6E3A601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51911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A-I-row-0-col-30-value-0">
            <a:extLst xmlns:a="http://schemas.openxmlformats.org/drawingml/2006/main">
              <a:ext uri="{FF2B5EF4-FFF2-40B4-BE49-F238E27FC236}">
                <a16:creationId xmlns:a16="http://schemas.microsoft.com/office/drawing/2014/main" id="{9F0DC00B-EE13-45FD-81AD-7E233F87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1911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A-I-row-0-col-31-value-0">
            <a:extLst xmlns:a="http://schemas.openxmlformats.org/drawingml/2006/main">
              <a:ext uri="{FF2B5EF4-FFF2-40B4-BE49-F238E27FC236}">
                <a16:creationId xmlns:a16="http://schemas.microsoft.com/office/drawing/2014/main" id="{775C4443-FA64-4BEF-B812-AB49CCEB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51911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A-I-row-0-col-32-value-0">
            <a:extLst xmlns:a="http://schemas.openxmlformats.org/drawingml/2006/main">
              <a:ext uri="{FF2B5EF4-FFF2-40B4-BE49-F238E27FC236}">
                <a16:creationId xmlns:a16="http://schemas.microsoft.com/office/drawing/2014/main" id="{3FFC905A-BE9F-4175-AAB0-22E8B9E5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51911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A-I-row-0-col-33-value-0">
            <a:extLst xmlns:a="http://schemas.openxmlformats.org/drawingml/2006/main">
              <a:ext uri="{FF2B5EF4-FFF2-40B4-BE49-F238E27FC236}">
                <a16:creationId xmlns:a16="http://schemas.microsoft.com/office/drawing/2014/main" id="{08400915-2856-49C7-A6CF-3125120F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51911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A-I-row-0-col-34-value-0">
            <a:extLst xmlns:a="http://schemas.openxmlformats.org/drawingml/2006/main">
              <a:ext uri="{FF2B5EF4-FFF2-40B4-BE49-F238E27FC236}">
                <a16:creationId xmlns:a16="http://schemas.microsoft.com/office/drawing/2014/main" id="{521153E4-34E0-4C05-A5F1-09EF119F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51911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A-I-row-0-col-35-value-0">
            <a:extLst xmlns:a="http://schemas.openxmlformats.org/drawingml/2006/main">
              <a:ext uri="{FF2B5EF4-FFF2-40B4-BE49-F238E27FC236}">
                <a16:creationId xmlns:a16="http://schemas.microsoft.com/office/drawing/2014/main" id="{84235358-4119-413E-9B81-30BCEA62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911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A-I-row-1-col-0-value-0.9642811007516838">
            <a:extLst xmlns:a="http://schemas.openxmlformats.org/drawingml/2006/main">
              <a:ext uri="{FF2B5EF4-FFF2-40B4-BE49-F238E27FC236}">
                <a16:creationId xmlns:a16="http://schemas.microsoft.com/office/drawing/2014/main" id="{9FD77374-F831-4BA9-976A-66CAE0AC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2330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9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A-I-row-1-col-1-value-0">
            <a:extLst xmlns:a="http://schemas.openxmlformats.org/drawingml/2006/main">
              <a:ext uri="{FF2B5EF4-FFF2-40B4-BE49-F238E27FC236}">
                <a16:creationId xmlns:a16="http://schemas.microsoft.com/office/drawing/2014/main" id="{E3BC17D2-9D14-44B5-9BED-20E13924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52330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A-I-row-1-col-2-value-0.6566068799158286">
            <a:extLst xmlns:a="http://schemas.openxmlformats.org/drawingml/2006/main">
              <a:ext uri="{FF2B5EF4-FFF2-40B4-BE49-F238E27FC236}">
                <a16:creationId xmlns:a16="http://schemas.microsoft.com/office/drawing/2014/main" id="{6D7B85CA-3572-4849-ABD8-491265AE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970" y="52330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A-I-row-1-col-3-value-0">
            <a:extLst xmlns:a="http://schemas.openxmlformats.org/drawingml/2006/main">
              <a:ext uri="{FF2B5EF4-FFF2-40B4-BE49-F238E27FC236}">
                <a16:creationId xmlns:a16="http://schemas.microsoft.com/office/drawing/2014/main" id="{0C963C81-4793-42B4-8967-7869F027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52330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A-I-row-1-col-4-value-0">
            <a:extLst xmlns:a="http://schemas.openxmlformats.org/drawingml/2006/main">
              <a:ext uri="{FF2B5EF4-FFF2-40B4-BE49-F238E27FC236}">
                <a16:creationId xmlns:a16="http://schemas.microsoft.com/office/drawing/2014/main" id="{E4B0E469-0675-4B28-86A2-5AD65B9A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90" y="52330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A-I-row-1-col-5-value-0">
            <a:extLst xmlns:a="http://schemas.openxmlformats.org/drawingml/2006/main">
              <a:ext uri="{FF2B5EF4-FFF2-40B4-BE49-F238E27FC236}">
                <a16:creationId xmlns:a16="http://schemas.microsoft.com/office/drawing/2014/main" id="{7E1C269E-F55A-4442-ABA7-E90827BC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2330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A-I-row-1-col-6-value-0">
            <a:extLst xmlns:a="http://schemas.openxmlformats.org/drawingml/2006/main">
              <a:ext uri="{FF2B5EF4-FFF2-40B4-BE49-F238E27FC236}">
                <a16:creationId xmlns:a16="http://schemas.microsoft.com/office/drawing/2014/main" id="{69B2DBAA-D631-49DC-93C2-74A9DBCC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10" y="52330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A-I-row-1-col-7-value-0">
            <a:extLst xmlns:a="http://schemas.openxmlformats.org/drawingml/2006/main">
              <a:ext uri="{FF2B5EF4-FFF2-40B4-BE49-F238E27FC236}">
                <a16:creationId xmlns:a16="http://schemas.microsoft.com/office/drawing/2014/main" id="{FE6ED044-ED4E-4CA4-9D06-E29B0FFB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52330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A-I-row-1-col-8-value-0">
            <a:extLst xmlns:a="http://schemas.openxmlformats.org/drawingml/2006/main">
              <a:ext uri="{FF2B5EF4-FFF2-40B4-BE49-F238E27FC236}">
                <a16:creationId xmlns:a16="http://schemas.microsoft.com/office/drawing/2014/main" id="{B5ABEAB4-23D1-4B63-A83C-B61A657B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30" y="52330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A-I-row-1-col-9-value-0">
            <a:extLst xmlns:a="http://schemas.openxmlformats.org/drawingml/2006/main">
              <a:ext uri="{FF2B5EF4-FFF2-40B4-BE49-F238E27FC236}">
                <a16:creationId xmlns:a16="http://schemas.microsoft.com/office/drawing/2014/main" id="{458BBEF9-6BCA-4F18-B3FC-6B489035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40" y="52330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A-I-row-1-col-10-value-0">
            <a:extLst xmlns:a="http://schemas.openxmlformats.org/drawingml/2006/main">
              <a:ext uri="{FF2B5EF4-FFF2-40B4-BE49-F238E27FC236}">
                <a16:creationId xmlns:a16="http://schemas.microsoft.com/office/drawing/2014/main" id="{B2781E38-C10E-4065-9E88-44793FDF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330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A-I-row-1-col-11-value-0">
            <a:extLst xmlns:a="http://schemas.openxmlformats.org/drawingml/2006/main">
              <a:ext uri="{FF2B5EF4-FFF2-40B4-BE49-F238E27FC236}">
                <a16:creationId xmlns:a16="http://schemas.microsoft.com/office/drawing/2014/main" id="{F8AEE62A-C287-4C7B-B3DE-E6F956E0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52330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A-I-row-1-col-12-value-0">
            <a:extLst xmlns:a="http://schemas.openxmlformats.org/drawingml/2006/main">
              <a:ext uri="{FF2B5EF4-FFF2-40B4-BE49-F238E27FC236}">
                <a16:creationId xmlns:a16="http://schemas.microsoft.com/office/drawing/2014/main" id="{BE7D237C-3F06-4EAD-81FD-DE8A070B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70" y="52330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A-I-row-1-col-13-value-0">
            <a:extLst xmlns:a="http://schemas.openxmlformats.org/drawingml/2006/main">
              <a:ext uri="{FF2B5EF4-FFF2-40B4-BE49-F238E27FC236}">
                <a16:creationId xmlns:a16="http://schemas.microsoft.com/office/drawing/2014/main" id="{7D1273EF-1914-444E-A34C-CF9BA49D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52330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A-I-row-1-col-14-value-0">
            <a:extLst xmlns:a="http://schemas.openxmlformats.org/drawingml/2006/main">
              <a:ext uri="{FF2B5EF4-FFF2-40B4-BE49-F238E27FC236}">
                <a16:creationId xmlns:a16="http://schemas.microsoft.com/office/drawing/2014/main" id="{5988D095-F330-4ABC-9269-D07F0254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52330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A-I-row-1-col-15-value-0">
            <a:extLst xmlns:a="http://schemas.openxmlformats.org/drawingml/2006/main">
              <a:ext uri="{FF2B5EF4-FFF2-40B4-BE49-F238E27FC236}">
                <a16:creationId xmlns:a16="http://schemas.microsoft.com/office/drawing/2014/main" id="{494624A2-E3B5-452C-96A6-D296F397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2330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A-I-row-1-col-16-value-0">
            <a:extLst xmlns:a="http://schemas.openxmlformats.org/drawingml/2006/main">
              <a:ext uri="{FF2B5EF4-FFF2-40B4-BE49-F238E27FC236}">
                <a16:creationId xmlns:a16="http://schemas.microsoft.com/office/drawing/2014/main" id="{6746A825-F891-45A9-85B8-14F75106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52330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A-I-row-1-col-17-value-0">
            <a:extLst xmlns:a="http://schemas.openxmlformats.org/drawingml/2006/main">
              <a:ext uri="{FF2B5EF4-FFF2-40B4-BE49-F238E27FC236}">
                <a16:creationId xmlns:a16="http://schemas.microsoft.com/office/drawing/2014/main" id="{5E885EFC-DFD8-4B39-9427-D828FAA6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52330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A-I-row-1-col-18-value-0">
            <a:extLst xmlns:a="http://schemas.openxmlformats.org/drawingml/2006/main">
              <a:ext uri="{FF2B5EF4-FFF2-40B4-BE49-F238E27FC236}">
                <a16:creationId xmlns:a16="http://schemas.microsoft.com/office/drawing/2014/main" id="{A9964490-81DA-403A-9BC7-6515E028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52330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A-I-row-1-col-19-value-0">
            <a:extLst xmlns:a="http://schemas.openxmlformats.org/drawingml/2006/main">
              <a:ext uri="{FF2B5EF4-FFF2-40B4-BE49-F238E27FC236}">
                <a16:creationId xmlns:a16="http://schemas.microsoft.com/office/drawing/2014/main" id="{1C5E9448-B6D7-4BB6-BD7D-0EE3014D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52330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A-I-row-1-col-20-value-0">
            <a:extLst xmlns:a="http://schemas.openxmlformats.org/drawingml/2006/main">
              <a:ext uri="{FF2B5EF4-FFF2-40B4-BE49-F238E27FC236}">
                <a16:creationId xmlns:a16="http://schemas.microsoft.com/office/drawing/2014/main" id="{F521A0E1-E569-4081-8E17-026F5CC1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330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A-I-row-1-col-21-value-0">
            <a:extLst xmlns:a="http://schemas.openxmlformats.org/drawingml/2006/main">
              <a:ext uri="{FF2B5EF4-FFF2-40B4-BE49-F238E27FC236}">
                <a16:creationId xmlns:a16="http://schemas.microsoft.com/office/drawing/2014/main" id="{4CBBF0B6-A61D-4960-9700-12D2EA40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52330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A-I-row-1-col-22-value-0">
            <a:extLst xmlns:a="http://schemas.openxmlformats.org/drawingml/2006/main">
              <a:ext uri="{FF2B5EF4-FFF2-40B4-BE49-F238E27FC236}">
                <a16:creationId xmlns:a16="http://schemas.microsoft.com/office/drawing/2014/main" id="{8A3C8CA2-1277-477C-925B-93DA5637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170" y="52330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A-I-row-1-col-23-value-0">
            <a:extLst xmlns:a="http://schemas.openxmlformats.org/drawingml/2006/main">
              <a:ext uri="{FF2B5EF4-FFF2-40B4-BE49-F238E27FC236}">
                <a16:creationId xmlns:a16="http://schemas.microsoft.com/office/drawing/2014/main" id="{AA4ACFEA-CEA2-4315-95C1-D044D937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52330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A-I-row-1-col-24-value-0">
            <a:extLst xmlns:a="http://schemas.openxmlformats.org/drawingml/2006/main">
              <a:ext uri="{FF2B5EF4-FFF2-40B4-BE49-F238E27FC236}">
                <a16:creationId xmlns:a16="http://schemas.microsoft.com/office/drawing/2014/main" id="{75473912-8DF1-4897-AC14-064BEF4F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990" y="52330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A-I-row-1-col-25-value-0">
            <a:extLst xmlns:a="http://schemas.openxmlformats.org/drawingml/2006/main">
              <a:ext uri="{FF2B5EF4-FFF2-40B4-BE49-F238E27FC236}">
                <a16:creationId xmlns:a16="http://schemas.microsoft.com/office/drawing/2014/main" id="{8078A9DF-94D8-4B95-9CA2-B75AE93C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330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A-I-row-1-col-26-value-0">
            <a:extLst xmlns:a="http://schemas.openxmlformats.org/drawingml/2006/main">
              <a:ext uri="{FF2B5EF4-FFF2-40B4-BE49-F238E27FC236}">
                <a16:creationId xmlns:a16="http://schemas.microsoft.com/office/drawing/2014/main" id="{C64B610C-9C20-4BF3-9311-B4A05309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52330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A-I-row-1-col-27-value-0">
            <a:extLst xmlns:a="http://schemas.openxmlformats.org/drawingml/2006/main">
              <a:ext uri="{FF2B5EF4-FFF2-40B4-BE49-F238E27FC236}">
                <a16:creationId xmlns:a16="http://schemas.microsoft.com/office/drawing/2014/main" id="{B7E066A6-8F12-4559-BB74-49B5E431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52330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A-I-row-1-col-28-value-0.5013486364880009">
            <a:extLst xmlns:a="http://schemas.openxmlformats.org/drawingml/2006/main">
              <a:ext uri="{FF2B5EF4-FFF2-40B4-BE49-F238E27FC236}">
                <a16:creationId xmlns:a16="http://schemas.microsoft.com/office/drawing/2014/main" id="{D4BBB14D-6833-4F0E-99BB-00433280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52330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A-I-row-1-col-29-value-0">
            <a:extLst xmlns:a="http://schemas.openxmlformats.org/drawingml/2006/main">
              <a:ext uri="{FF2B5EF4-FFF2-40B4-BE49-F238E27FC236}">
                <a16:creationId xmlns:a16="http://schemas.microsoft.com/office/drawing/2014/main" id="{F9D8F61C-A524-4ED6-A7D9-451EBD5D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52330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A-I-row-1-col-30-value-0">
            <a:extLst xmlns:a="http://schemas.openxmlformats.org/drawingml/2006/main">
              <a:ext uri="{FF2B5EF4-FFF2-40B4-BE49-F238E27FC236}">
                <a16:creationId xmlns:a16="http://schemas.microsoft.com/office/drawing/2014/main" id="{3179F71A-9626-413A-ADAA-BC671E98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2330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A-I-row-1-col-31-value-0">
            <a:extLst xmlns:a="http://schemas.openxmlformats.org/drawingml/2006/main">
              <a:ext uri="{FF2B5EF4-FFF2-40B4-BE49-F238E27FC236}">
                <a16:creationId xmlns:a16="http://schemas.microsoft.com/office/drawing/2014/main" id="{D0C29BB1-760F-4143-B723-D9810AE9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52330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A-I-row-1-col-32-value-0">
            <a:extLst xmlns:a="http://schemas.openxmlformats.org/drawingml/2006/main">
              <a:ext uri="{FF2B5EF4-FFF2-40B4-BE49-F238E27FC236}">
                <a16:creationId xmlns:a16="http://schemas.microsoft.com/office/drawing/2014/main" id="{EEA6E6EE-98F9-4BA1-B427-591AF96F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52330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A-I-row-1-col-33-value-0">
            <a:extLst xmlns:a="http://schemas.openxmlformats.org/drawingml/2006/main">
              <a:ext uri="{FF2B5EF4-FFF2-40B4-BE49-F238E27FC236}">
                <a16:creationId xmlns:a16="http://schemas.microsoft.com/office/drawing/2014/main" id="{6ABFB779-1927-4292-9926-0EC7A5F4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52330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A-I-row-1-col-34-value-0">
            <a:extLst xmlns:a="http://schemas.openxmlformats.org/drawingml/2006/main">
              <a:ext uri="{FF2B5EF4-FFF2-40B4-BE49-F238E27FC236}">
                <a16:creationId xmlns:a16="http://schemas.microsoft.com/office/drawing/2014/main" id="{9E299321-D433-45B5-8852-2E6209E9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52330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A-I-row-1-col-35-value-0">
            <a:extLst xmlns:a="http://schemas.openxmlformats.org/drawingml/2006/main">
              <a:ext uri="{FF2B5EF4-FFF2-40B4-BE49-F238E27FC236}">
                <a16:creationId xmlns:a16="http://schemas.microsoft.com/office/drawing/2014/main" id="{01C0E123-69C7-4564-A018-15D048F3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330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A-I-row-2-col-0-value-0.6874695833330076">
            <a:extLst xmlns:a="http://schemas.openxmlformats.org/drawingml/2006/main">
              <a:ext uri="{FF2B5EF4-FFF2-40B4-BE49-F238E27FC236}">
                <a16:creationId xmlns:a16="http://schemas.microsoft.com/office/drawing/2014/main" id="{447C304F-DD66-4514-ADDC-6202EA31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2749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82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A-I-row-2-col-1-value-0.6566068799158286">
            <a:extLst xmlns:a="http://schemas.openxmlformats.org/drawingml/2006/main">
              <a:ext uri="{FF2B5EF4-FFF2-40B4-BE49-F238E27FC236}">
                <a16:creationId xmlns:a16="http://schemas.microsoft.com/office/drawing/2014/main" id="{333622ED-EDB7-4E26-8C9F-D382EE9A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52749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A-I-row-2-col-2-value-0">
            <a:extLst xmlns:a="http://schemas.openxmlformats.org/drawingml/2006/main">
              <a:ext uri="{FF2B5EF4-FFF2-40B4-BE49-F238E27FC236}">
                <a16:creationId xmlns:a16="http://schemas.microsoft.com/office/drawing/2014/main" id="{C782E115-2B15-4175-9BCB-B0182770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970" y="52749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A-I-row-2-col-3-value-0.6762021148422945">
            <a:extLst xmlns:a="http://schemas.openxmlformats.org/drawingml/2006/main">
              <a:ext uri="{FF2B5EF4-FFF2-40B4-BE49-F238E27FC236}">
                <a16:creationId xmlns:a16="http://schemas.microsoft.com/office/drawing/2014/main" id="{D9F33620-B83E-4A5F-A986-B1F54F2F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52749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8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A-I-row-2-col-4-value-0">
            <a:extLst xmlns:a="http://schemas.openxmlformats.org/drawingml/2006/main">
              <a:ext uri="{FF2B5EF4-FFF2-40B4-BE49-F238E27FC236}">
                <a16:creationId xmlns:a16="http://schemas.microsoft.com/office/drawing/2014/main" id="{C2BF5F62-F83C-4DF6-B08D-DB3AF758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90" y="52749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A-I-row-2-col-5-value-0">
            <a:extLst xmlns:a="http://schemas.openxmlformats.org/drawingml/2006/main">
              <a:ext uri="{FF2B5EF4-FFF2-40B4-BE49-F238E27FC236}">
                <a16:creationId xmlns:a16="http://schemas.microsoft.com/office/drawing/2014/main" id="{57303120-741F-4A74-B8BA-AEA6C79A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2749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A-I-row-2-col-6-value-0">
            <a:extLst xmlns:a="http://schemas.openxmlformats.org/drawingml/2006/main">
              <a:ext uri="{FF2B5EF4-FFF2-40B4-BE49-F238E27FC236}">
                <a16:creationId xmlns:a16="http://schemas.microsoft.com/office/drawing/2014/main" id="{484D76A7-A974-4188-8A01-E8750691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10" y="52749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A-I-row-2-col-7-value-0">
            <a:extLst xmlns:a="http://schemas.openxmlformats.org/drawingml/2006/main">
              <a:ext uri="{FF2B5EF4-FFF2-40B4-BE49-F238E27FC236}">
                <a16:creationId xmlns:a16="http://schemas.microsoft.com/office/drawing/2014/main" id="{6C808EB8-3F30-47C3-A356-2BA98478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52749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A-I-row-2-col-8-value-0">
            <a:extLst xmlns:a="http://schemas.openxmlformats.org/drawingml/2006/main">
              <a:ext uri="{FF2B5EF4-FFF2-40B4-BE49-F238E27FC236}">
                <a16:creationId xmlns:a16="http://schemas.microsoft.com/office/drawing/2014/main" id="{4D19CD4E-37A8-42CF-9747-2ACEFE8B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30" y="52749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A-I-row-2-col-9-value-0">
            <a:extLst xmlns:a="http://schemas.openxmlformats.org/drawingml/2006/main">
              <a:ext uri="{FF2B5EF4-FFF2-40B4-BE49-F238E27FC236}">
                <a16:creationId xmlns:a16="http://schemas.microsoft.com/office/drawing/2014/main" id="{4A229FE1-6587-4ADA-8001-A78B2A6F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40" y="52749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A-I-row-2-col-10-value-0">
            <a:extLst xmlns:a="http://schemas.openxmlformats.org/drawingml/2006/main">
              <a:ext uri="{FF2B5EF4-FFF2-40B4-BE49-F238E27FC236}">
                <a16:creationId xmlns:a16="http://schemas.microsoft.com/office/drawing/2014/main" id="{C41A8980-56E3-439C-B990-B3C4C53C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749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A-I-row-2-col-11-value-0">
            <a:extLst xmlns:a="http://schemas.openxmlformats.org/drawingml/2006/main">
              <a:ext uri="{FF2B5EF4-FFF2-40B4-BE49-F238E27FC236}">
                <a16:creationId xmlns:a16="http://schemas.microsoft.com/office/drawing/2014/main" id="{C619AB3A-9483-4365-BDBE-C47FDE8E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52749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A-I-row-2-col-12-value-0">
            <a:extLst xmlns:a="http://schemas.openxmlformats.org/drawingml/2006/main">
              <a:ext uri="{FF2B5EF4-FFF2-40B4-BE49-F238E27FC236}">
                <a16:creationId xmlns:a16="http://schemas.microsoft.com/office/drawing/2014/main" id="{A35AC909-1254-44ED-96B9-65776D8D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70" y="52749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A-I-row-2-col-13-value-0">
            <a:extLst xmlns:a="http://schemas.openxmlformats.org/drawingml/2006/main">
              <a:ext uri="{FF2B5EF4-FFF2-40B4-BE49-F238E27FC236}">
                <a16:creationId xmlns:a16="http://schemas.microsoft.com/office/drawing/2014/main" id="{8AEA3A9B-D419-4B01-96F1-5D109150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52749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A-I-row-2-col-14-value-0">
            <a:extLst xmlns:a="http://schemas.openxmlformats.org/drawingml/2006/main">
              <a:ext uri="{FF2B5EF4-FFF2-40B4-BE49-F238E27FC236}">
                <a16:creationId xmlns:a16="http://schemas.microsoft.com/office/drawing/2014/main" id="{FDEAAA8A-FCE5-41CA-A226-9F8A1A73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52749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A-I-row-2-col-15-value-0">
            <a:extLst xmlns:a="http://schemas.openxmlformats.org/drawingml/2006/main">
              <a:ext uri="{FF2B5EF4-FFF2-40B4-BE49-F238E27FC236}">
                <a16:creationId xmlns:a16="http://schemas.microsoft.com/office/drawing/2014/main" id="{AADBD986-82BC-4F19-A96D-3822667D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2749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A-I-row-2-col-16-value-0">
            <a:extLst xmlns:a="http://schemas.openxmlformats.org/drawingml/2006/main">
              <a:ext uri="{FF2B5EF4-FFF2-40B4-BE49-F238E27FC236}">
                <a16:creationId xmlns:a16="http://schemas.microsoft.com/office/drawing/2014/main" id="{2F494E4F-7DB5-44A9-989E-A07AFC9B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52749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A-I-row-2-col-17-value-0">
            <a:extLst xmlns:a="http://schemas.openxmlformats.org/drawingml/2006/main">
              <a:ext uri="{FF2B5EF4-FFF2-40B4-BE49-F238E27FC236}">
                <a16:creationId xmlns:a16="http://schemas.microsoft.com/office/drawing/2014/main" id="{7DB462A9-AD12-4DDF-84BC-1062DA9A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52749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A-I-row-2-col-18-value-0">
            <a:extLst xmlns:a="http://schemas.openxmlformats.org/drawingml/2006/main">
              <a:ext uri="{FF2B5EF4-FFF2-40B4-BE49-F238E27FC236}">
                <a16:creationId xmlns:a16="http://schemas.microsoft.com/office/drawing/2014/main" id="{C0C4EB60-65C6-4907-A9CF-73421BBC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52749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A-I-row-2-col-19-value-0">
            <a:extLst xmlns:a="http://schemas.openxmlformats.org/drawingml/2006/main">
              <a:ext uri="{FF2B5EF4-FFF2-40B4-BE49-F238E27FC236}">
                <a16:creationId xmlns:a16="http://schemas.microsoft.com/office/drawing/2014/main" id="{5BE29F00-2156-487E-9150-86D7512A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52749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A-I-row-2-col-20-value-0">
            <a:extLst xmlns:a="http://schemas.openxmlformats.org/drawingml/2006/main">
              <a:ext uri="{FF2B5EF4-FFF2-40B4-BE49-F238E27FC236}">
                <a16:creationId xmlns:a16="http://schemas.microsoft.com/office/drawing/2014/main" id="{A62FB04A-A3EF-4DCA-8060-DE69A3E7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749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A-I-row-2-col-21-value-0">
            <a:extLst xmlns:a="http://schemas.openxmlformats.org/drawingml/2006/main">
              <a:ext uri="{FF2B5EF4-FFF2-40B4-BE49-F238E27FC236}">
                <a16:creationId xmlns:a16="http://schemas.microsoft.com/office/drawing/2014/main" id="{83BE746E-62C3-4930-A274-F357EA5E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52749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A-I-row-2-col-22-value-0">
            <a:extLst xmlns:a="http://schemas.openxmlformats.org/drawingml/2006/main">
              <a:ext uri="{FF2B5EF4-FFF2-40B4-BE49-F238E27FC236}">
                <a16:creationId xmlns:a16="http://schemas.microsoft.com/office/drawing/2014/main" id="{4E93AAFD-9321-4020-AD75-6BE870FF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170" y="52749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A-I-row-2-col-23-value-0">
            <a:extLst xmlns:a="http://schemas.openxmlformats.org/drawingml/2006/main">
              <a:ext uri="{FF2B5EF4-FFF2-40B4-BE49-F238E27FC236}">
                <a16:creationId xmlns:a16="http://schemas.microsoft.com/office/drawing/2014/main" id="{313C42AB-0891-49F3-95DF-EADCB497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52749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A-I-row-2-col-24-value-0">
            <a:extLst xmlns:a="http://schemas.openxmlformats.org/drawingml/2006/main">
              <a:ext uri="{FF2B5EF4-FFF2-40B4-BE49-F238E27FC236}">
                <a16:creationId xmlns:a16="http://schemas.microsoft.com/office/drawing/2014/main" id="{C69DDBF1-C844-4527-BF73-8B96E840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990" y="52749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A-I-row-2-col-25-value-0">
            <a:extLst xmlns:a="http://schemas.openxmlformats.org/drawingml/2006/main">
              <a:ext uri="{FF2B5EF4-FFF2-40B4-BE49-F238E27FC236}">
                <a16:creationId xmlns:a16="http://schemas.microsoft.com/office/drawing/2014/main" id="{912B6010-436C-4C25-9F59-4F86C610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749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A-I-row-2-col-26-value-0">
            <a:extLst xmlns:a="http://schemas.openxmlformats.org/drawingml/2006/main">
              <a:ext uri="{FF2B5EF4-FFF2-40B4-BE49-F238E27FC236}">
                <a16:creationId xmlns:a16="http://schemas.microsoft.com/office/drawing/2014/main" id="{7F305481-2361-4712-9874-CE9E9466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52749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A-I-row-2-col-27-value-0">
            <a:extLst xmlns:a="http://schemas.openxmlformats.org/drawingml/2006/main">
              <a:ext uri="{FF2B5EF4-FFF2-40B4-BE49-F238E27FC236}">
                <a16:creationId xmlns:a16="http://schemas.microsoft.com/office/drawing/2014/main" id="{7DEE87CE-FFE1-4E82-895E-40B141A3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52749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A-I-row-2-col-28-value-0">
            <a:extLst xmlns:a="http://schemas.openxmlformats.org/drawingml/2006/main">
              <a:ext uri="{FF2B5EF4-FFF2-40B4-BE49-F238E27FC236}">
                <a16:creationId xmlns:a16="http://schemas.microsoft.com/office/drawing/2014/main" id="{CEAFEC91-7D00-4D50-A727-71B0F388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52749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A-I-row-2-col-29-value-0">
            <a:extLst xmlns:a="http://schemas.openxmlformats.org/drawingml/2006/main">
              <a:ext uri="{FF2B5EF4-FFF2-40B4-BE49-F238E27FC236}">
                <a16:creationId xmlns:a16="http://schemas.microsoft.com/office/drawing/2014/main" id="{38EA2632-2589-4E76-B983-021FE664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52749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A-I-row-2-col-30-value-0">
            <a:extLst xmlns:a="http://schemas.openxmlformats.org/drawingml/2006/main">
              <a:ext uri="{FF2B5EF4-FFF2-40B4-BE49-F238E27FC236}">
                <a16:creationId xmlns:a16="http://schemas.microsoft.com/office/drawing/2014/main" id="{0CA9E946-0091-46B3-A013-3EEE125D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2749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A-I-row-2-col-31-value-0">
            <a:extLst xmlns:a="http://schemas.openxmlformats.org/drawingml/2006/main">
              <a:ext uri="{FF2B5EF4-FFF2-40B4-BE49-F238E27FC236}">
                <a16:creationId xmlns:a16="http://schemas.microsoft.com/office/drawing/2014/main" id="{1F3DEE4A-DEA5-472D-9896-01DEECD0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52749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A-I-row-2-col-32-value-0">
            <a:extLst xmlns:a="http://schemas.openxmlformats.org/drawingml/2006/main">
              <a:ext uri="{FF2B5EF4-FFF2-40B4-BE49-F238E27FC236}">
                <a16:creationId xmlns:a16="http://schemas.microsoft.com/office/drawing/2014/main" id="{DA96514F-C4D6-4971-A2D3-ECF22F80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52749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A-I-row-2-col-33-value-0">
            <a:extLst xmlns:a="http://schemas.openxmlformats.org/drawingml/2006/main">
              <a:ext uri="{FF2B5EF4-FFF2-40B4-BE49-F238E27FC236}">
                <a16:creationId xmlns:a16="http://schemas.microsoft.com/office/drawing/2014/main" id="{20649174-C6B0-4B8C-87D9-378C0E57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52749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A-I-row-2-col-34-value-0">
            <a:extLst xmlns:a="http://schemas.openxmlformats.org/drawingml/2006/main">
              <a:ext uri="{FF2B5EF4-FFF2-40B4-BE49-F238E27FC236}">
                <a16:creationId xmlns:a16="http://schemas.microsoft.com/office/drawing/2014/main" id="{4C9F677A-F040-41CC-B40D-4168588F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52749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A-I-row-2-col-35-value-0">
            <a:extLst xmlns:a="http://schemas.openxmlformats.org/drawingml/2006/main">
              <a:ext uri="{FF2B5EF4-FFF2-40B4-BE49-F238E27FC236}">
                <a16:creationId xmlns:a16="http://schemas.microsoft.com/office/drawing/2014/main" id="{AEEB2383-E1C9-405D-B33C-D90B9F9A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749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A-I-row-3-col-0-value-0">
            <a:extLst xmlns:a="http://schemas.openxmlformats.org/drawingml/2006/main">
              <a:ext uri="{FF2B5EF4-FFF2-40B4-BE49-F238E27FC236}">
                <a16:creationId xmlns:a16="http://schemas.microsoft.com/office/drawing/2014/main" id="{C53F50BE-19D8-4E18-94D7-6EB89D69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3168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A-I-row-3-col-1-value-0">
            <a:extLst xmlns:a="http://schemas.openxmlformats.org/drawingml/2006/main">
              <a:ext uri="{FF2B5EF4-FFF2-40B4-BE49-F238E27FC236}">
                <a16:creationId xmlns:a16="http://schemas.microsoft.com/office/drawing/2014/main" id="{03D3209B-287D-43D7-9872-7828CB77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53168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A-I-row-3-col-2-value-0.6762021148422945">
            <a:extLst xmlns:a="http://schemas.openxmlformats.org/drawingml/2006/main">
              <a:ext uri="{FF2B5EF4-FFF2-40B4-BE49-F238E27FC236}">
                <a16:creationId xmlns:a16="http://schemas.microsoft.com/office/drawing/2014/main" id="{B7479A09-F718-43FE-B142-EF34D737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970" y="53168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8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A-I-row-3-col-3-value-0">
            <a:extLst xmlns:a="http://schemas.openxmlformats.org/drawingml/2006/main">
              <a:ext uri="{FF2B5EF4-FFF2-40B4-BE49-F238E27FC236}">
                <a16:creationId xmlns:a16="http://schemas.microsoft.com/office/drawing/2014/main" id="{1BF93394-5010-46BB-8C48-90225E13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53168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A-I-row-3-col-4-value-0">
            <a:extLst xmlns:a="http://schemas.openxmlformats.org/drawingml/2006/main">
              <a:ext uri="{FF2B5EF4-FFF2-40B4-BE49-F238E27FC236}">
                <a16:creationId xmlns:a16="http://schemas.microsoft.com/office/drawing/2014/main" id="{96E63419-1350-44B0-A8EE-28E37EA7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90" y="53168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A-I-row-3-col-5-value-0">
            <a:extLst xmlns:a="http://schemas.openxmlformats.org/drawingml/2006/main">
              <a:ext uri="{FF2B5EF4-FFF2-40B4-BE49-F238E27FC236}">
                <a16:creationId xmlns:a16="http://schemas.microsoft.com/office/drawing/2014/main" id="{40E5BBA9-B30F-47CE-BCCE-4F763647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3168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A-I-row-3-col-6-value-0">
            <a:extLst xmlns:a="http://schemas.openxmlformats.org/drawingml/2006/main">
              <a:ext uri="{FF2B5EF4-FFF2-40B4-BE49-F238E27FC236}">
                <a16:creationId xmlns:a16="http://schemas.microsoft.com/office/drawing/2014/main" id="{397E3B08-35B7-4B43-9980-E393D5B2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10" y="53168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A-I-row-3-col-7-value-0">
            <a:extLst xmlns:a="http://schemas.openxmlformats.org/drawingml/2006/main">
              <a:ext uri="{FF2B5EF4-FFF2-40B4-BE49-F238E27FC236}">
                <a16:creationId xmlns:a16="http://schemas.microsoft.com/office/drawing/2014/main" id="{9133C3B8-C2B0-41B2-BBDF-78B9B66E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53168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A-I-row-3-col-8-value-0">
            <a:extLst xmlns:a="http://schemas.openxmlformats.org/drawingml/2006/main">
              <a:ext uri="{FF2B5EF4-FFF2-40B4-BE49-F238E27FC236}">
                <a16:creationId xmlns:a16="http://schemas.microsoft.com/office/drawing/2014/main" id="{C73BFAA5-8A07-40B5-81BF-8A289CD5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30" y="53168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A-I-row-3-col-9-value-0">
            <a:extLst xmlns:a="http://schemas.openxmlformats.org/drawingml/2006/main">
              <a:ext uri="{FF2B5EF4-FFF2-40B4-BE49-F238E27FC236}">
                <a16:creationId xmlns:a16="http://schemas.microsoft.com/office/drawing/2014/main" id="{ABE73619-1EAB-4D45-A255-D7DB5625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40" y="53168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A-I-row-3-col-10-value-0">
            <a:extLst xmlns:a="http://schemas.openxmlformats.org/drawingml/2006/main">
              <a:ext uri="{FF2B5EF4-FFF2-40B4-BE49-F238E27FC236}">
                <a16:creationId xmlns:a16="http://schemas.microsoft.com/office/drawing/2014/main" id="{FEEBBFD9-E522-4DBC-9896-5E747390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168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A-I-row-3-col-11-value-0">
            <a:extLst xmlns:a="http://schemas.openxmlformats.org/drawingml/2006/main">
              <a:ext uri="{FF2B5EF4-FFF2-40B4-BE49-F238E27FC236}">
                <a16:creationId xmlns:a16="http://schemas.microsoft.com/office/drawing/2014/main" id="{00F8483E-53E6-49FD-908D-18F4E22F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53168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A-I-row-3-col-12-value-0">
            <a:extLst xmlns:a="http://schemas.openxmlformats.org/drawingml/2006/main">
              <a:ext uri="{FF2B5EF4-FFF2-40B4-BE49-F238E27FC236}">
                <a16:creationId xmlns:a16="http://schemas.microsoft.com/office/drawing/2014/main" id="{249A10E4-F192-4635-A62C-29985192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70" y="53168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A-I-row-3-col-13-value-0">
            <a:extLst xmlns:a="http://schemas.openxmlformats.org/drawingml/2006/main">
              <a:ext uri="{FF2B5EF4-FFF2-40B4-BE49-F238E27FC236}">
                <a16:creationId xmlns:a16="http://schemas.microsoft.com/office/drawing/2014/main" id="{E53198B1-CF6F-406B-868E-EF162778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53168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A-I-row-3-col-14-value-0">
            <a:extLst xmlns:a="http://schemas.openxmlformats.org/drawingml/2006/main">
              <a:ext uri="{FF2B5EF4-FFF2-40B4-BE49-F238E27FC236}">
                <a16:creationId xmlns:a16="http://schemas.microsoft.com/office/drawing/2014/main" id="{8F0EB50D-5CC7-45B1-96ED-894B9CEE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53168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A-I-row-3-col-15-value-0">
            <a:extLst xmlns:a="http://schemas.openxmlformats.org/drawingml/2006/main">
              <a:ext uri="{FF2B5EF4-FFF2-40B4-BE49-F238E27FC236}">
                <a16:creationId xmlns:a16="http://schemas.microsoft.com/office/drawing/2014/main" id="{7BB094CF-E08C-4D0D-94BA-A1B68432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3168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A-I-row-3-col-16-value-0">
            <a:extLst xmlns:a="http://schemas.openxmlformats.org/drawingml/2006/main">
              <a:ext uri="{FF2B5EF4-FFF2-40B4-BE49-F238E27FC236}">
                <a16:creationId xmlns:a16="http://schemas.microsoft.com/office/drawing/2014/main" id="{4E8BCC16-06C4-4FDA-8378-5B06AFED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53168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A-I-row-3-col-17-value-0">
            <a:extLst xmlns:a="http://schemas.openxmlformats.org/drawingml/2006/main">
              <a:ext uri="{FF2B5EF4-FFF2-40B4-BE49-F238E27FC236}">
                <a16:creationId xmlns:a16="http://schemas.microsoft.com/office/drawing/2014/main" id="{441B64C8-F7F8-40BB-83EB-DA236A27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53168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A-I-row-3-col-18-value-0">
            <a:extLst xmlns:a="http://schemas.openxmlformats.org/drawingml/2006/main">
              <a:ext uri="{FF2B5EF4-FFF2-40B4-BE49-F238E27FC236}">
                <a16:creationId xmlns:a16="http://schemas.microsoft.com/office/drawing/2014/main" id="{131C42C6-848A-4E46-B3DC-39603938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53168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A-I-row-3-col-19-value-0">
            <a:extLst xmlns:a="http://schemas.openxmlformats.org/drawingml/2006/main">
              <a:ext uri="{FF2B5EF4-FFF2-40B4-BE49-F238E27FC236}">
                <a16:creationId xmlns:a16="http://schemas.microsoft.com/office/drawing/2014/main" id="{1AA6BD73-A982-4D02-8E03-D1199393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53168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A-I-row-3-col-20-value-0">
            <a:extLst xmlns:a="http://schemas.openxmlformats.org/drawingml/2006/main">
              <a:ext uri="{FF2B5EF4-FFF2-40B4-BE49-F238E27FC236}">
                <a16:creationId xmlns:a16="http://schemas.microsoft.com/office/drawing/2014/main" id="{4E6F457D-92E4-42FC-8749-A354B3C5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3168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A-I-row-3-col-21-value-0">
            <a:extLst xmlns:a="http://schemas.openxmlformats.org/drawingml/2006/main">
              <a:ext uri="{FF2B5EF4-FFF2-40B4-BE49-F238E27FC236}">
                <a16:creationId xmlns:a16="http://schemas.microsoft.com/office/drawing/2014/main" id="{0380E69A-761B-44E4-9ED3-17F21EF2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53168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A-I-row-3-col-22-value-0">
            <a:extLst xmlns:a="http://schemas.openxmlformats.org/drawingml/2006/main">
              <a:ext uri="{FF2B5EF4-FFF2-40B4-BE49-F238E27FC236}">
                <a16:creationId xmlns:a16="http://schemas.microsoft.com/office/drawing/2014/main" id="{5EE2BA46-69A1-4C19-A9A5-A32D5961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170" y="53168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A-I-row-3-col-23-value-0">
            <a:extLst xmlns:a="http://schemas.openxmlformats.org/drawingml/2006/main">
              <a:ext uri="{FF2B5EF4-FFF2-40B4-BE49-F238E27FC236}">
                <a16:creationId xmlns:a16="http://schemas.microsoft.com/office/drawing/2014/main" id="{4037726F-BED8-4C2D-9118-CC25D399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53168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A-I-row-3-col-24-value-0">
            <a:extLst xmlns:a="http://schemas.openxmlformats.org/drawingml/2006/main">
              <a:ext uri="{FF2B5EF4-FFF2-40B4-BE49-F238E27FC236}">
                <a16:creationId xmlns:a16="http://schemas.microsoft.com/office/drawing/2014/main" id="{D9ADB6A6-60EB-4404-B6C0-BE37F44F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990" y="53168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A-I-row-3-col-25-value-0">
            <a:extLst xmlns:a="http://schemas.openxmlformats.org/drawingml/2006/main">
              <a:ext uri="{FF2B5EF4-FFF2-40B4-BE49-F238E27FC236}">
                <a16:creationId xmlns:a16="http://schemas.microsoft.com/office/drawing/2014/main" id="{BB60B970-95E1-4DD8-8D8E-DE641D3F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3168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" name="A-I-row-3-col-26-value-0">
            <a:extLst xmlns:a="http://schemas.openxmlformats.org/drawingml/2006/main">
              <a:ext uri="{FF2B5EF4-FFF2-40B4-BE49-F238E27FC236}">
                <a16:creationId xmlns:a16="http://schemas.microsoft.com/office/drawing/2014/main" id="{CD93448A-BC91-4F96-9B7E-0BC48250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53168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A-I-row-3-col-27-value-0">
            <a:extLst xmlns:a="http://schemas.openxmlformats.org/drawingml/2006/main">
              <a:ext uri="{FF2B5EF4-FFF2-40B4-BE49-F238E27FC236}">
                <a16:creationId xmlns:a16="http://schemas.microsoft.com/office/drawing/2014/main" id="{18B4A8FA-1FED-4318-81E7-1F200BAA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53168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A-I-row-3-col-28-value-0">
            <a:extLst xmlns:a="http://schemas.openxmlformats.org/drawingml/2006/main">
              <a:ext uri="{FF2B5EF4-FFF2-40B4-BE49-F238E27FC236}">
                <a16:creationId xmlns:a16="http://schemas.microsoft.com/office/drawing/2014/main" id="{F172C160-7784-425E-ACDE-32F92019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53168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A-I-row-3-col-29-value-0">
            <a:extLst xmlns:a="http://schemas.openxmlformats.org/drawingml/2006/main">
              <a:ext uri="{FF2B5EF4-FFF2-40B4-BE49-F238E27FC236}">
                <a16:creationId xmlns:a16="http://schemas.microsoft.com/office/drawing/2014/main" id="{BDF371CF-CD61-44AB-9439-48ADB11D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53168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A-I-row-3-col-30-value-0">
            <a:extLst xmlns:a="http://schemas.openxmlformats.org/drawingml/2006/main">
              <a:ext uri="{FF2B5EF4-FFF2-40B4-BE49-F238E27FC236}">
                <a16:creationId xmlns:a16="http://schemas.microsoft.com/office/drawing/2014/main" id="{8113390C-223A-40A0-9BDD-912D0D4A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3168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A-I-row-3-col-31-value-0">
            <a:extLst xmlns:a="http://schemas.openxmlformats.org/drawingml/2006/main">
              <a:ext uri="{FF2B5EF4-FFF2-40B4-BE49-F238E27FC236}">
                <a16:creationId xmlns:a16="http://schemas.microsoft.com/office/drawing/2014/main" id="{5B4FEBBD-EFED-4DB3-9DD1-1942064B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53168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A-I-row-3-col-32-value-0">
            <a:extLst xmlns:a="http://schemas.openxmlformats.org/drawingml/2006/main">
              <a:ext uri="{FF2B5EF4-FFF2-40B4-BE49-F238E27FC236}">
                <a16:creationId xmlns:a16="http://schemas.microsoft.com/office/drawing/2014/main" id="{467A132D-75B3-4083-82FC-3B8FE03F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53168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A-I-row-3-col-33-value-0">
            <a:extLst xmlns:a="http://schemas.openxmlformats.org/drawingml/2006/main">
              <a:ext uri="{FF2B5EF4-FFF2-40B4-BE49-F238E27FC236}">
                <a16:creationId xmlns:a16="http://schemas.microsoft.com/office/drawing/2014/main" id="{8A884874-C1DF-44CA-A049-C64C8EB3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53168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A-I-row-3-col-34-value-0">
            <a:extLst xmlns:a="http://schemas.openxmlformats.org/drawingml/2006/main">
              <a:ext uri="{FF2B5EF4-FFF2-40B4-BE49-F238E27FC236}">
                <a16:creationId xmlns:a16="http://schemas.microsoft.com/office/drawing/2014/main" id="{756182A1-6D16-49A4-B3E4-8A921C68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53168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A-I-row-3-col-35-value-0">
            <a:extLst xmlns:a="http://schemas.openxmlformats.org/drawingml/2006/main">
              <a:ext uri="{FF2B5EF4-FFF2-40B4-BE49-F238E27FC236}">
                <a16:creationId xmlns:a16="http://schemas.microsoft.com/office/drawing/2014/main" id="{7ADF28AA-4437-4D1D-982A-2B3C3721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168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A-I-row-4-col-0-value-0">
            <a:extLst xmlns:a="http://schemas.openxmlformats.org/drawingml/2006/main">
              <a:ext uri="{FF2B5EF4-FFF2-40B4-BE49-F238E27FC236}">
                <a16:creationId xmlns:a16="http://schemas.microsoft.com/office/drawing/2014/main" id="{FFB0AF7E-75F2-494D-A167-6B4BEBA9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3587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A-I-row-4-col-1-value-0">
            <a:extLst xmlns:a="http://schemas.openxmlformats.org/drawingml/2006/main">
              <a:ext uri="{FF2B5EF4-FFF2-40B4-BE49-F238E27FC236}">
                <a16:creationId xmlns:a16="http://schemas.microsoft.com/office/drawing/2014/main" id="{50432310-3565-4218-8AC9-E0CD599D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53587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A-I-row-4-col-2-value-0">
            <a:extLst xmlns:a="http://schemas.openxmlformats.org/drawingml/2006/main">
              <a:ext uri="{FF2B5EF4-FFF2-40B4-BE49-F238E27FC236}">
                <a16:creationId xmlns:a16="http://schemas.microsoft.com/office/drawing/2014/main" id="{B2DDC249-BE1E-47DD-B8FE-AF551C72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970" y="53587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A-I-row-4-col-3-value-0">
            <a:extLst xmlns:a="http://schemas.openxmlformats.org/drawingml/2006/main">
              <a:ext uri="{FF2B5EF4-FFF2-40B4-BE49-F238E27FC236}">
                <a16:creationId xmlns:a16="http://schemas.microsoft.com/office/drawing/2014/main" id="{1BC196AF-7109-4790-B18D-C1520471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53587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A-I-row-4-col-4-value-0">
            <a:extLst xmlns:a="http://schemas.openxmlformats.org/drawingml/2006/main">
              <a:ext uri="{FF2B5EF4-FFF2-40B4-BE49-F238E27FC236}">
                <a16:creationId xmlns:a16="http://schemas.microsoft.com/office/drawing/2014/main" id="{71CD02D5-2C1C-4718-A567-7905C32D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90" y="53587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A-I-row-4-col-5-value-0.8886164368392613">
            <a:extLst xmlns:a="http://schemas.openxmlformats.org/drawingml/2006/main">
              <a:ext uri="{FF2B5EF4-FFF2-40B4-BE49-F238E27FC236}">
                <a16:creationId xmlns:a16="http://schemas.microsoft.com/office/drawing/2014/main" id="{AAA9204B-1225-4B94-8A23-B33769ED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3587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4D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A-I-row-4-col-6-value-0">
            <a:extLst xmlns:a="http://schemas.openxmlformats.org/drawingml/2006/main">
              <a:ext uri="{FF2B5EF4-FFF2-40B4-BE49-F238E27FC236}">
                <a16:creationId xmlns:a16="http://schemas.microsoft.com/office/drawing/2014/main" id="{B3888A95-0592-49F4-957D-D586635E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10" y="53587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A-I-row-4-col-7-value-0">
            <a:extLst xmlns:a="http://schemas.openxmlformats.org/drawingml/2006/main">
              <a:ext uri="{FF2B5EF4-FFF2-40B4-BE49-F238E27FC236}">
                <a16:creationId xmlns:a16="http://schemas.microsoft.com/office/drawing/2014/main" id="{5D8CD247-0EC6-4EF8-97B6-C2CF3B4A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53587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A-I-row-4-col-8-value-0">
            <a:extLst xmlns:a="http://schemas.openxmlformats.org/drawingml/2006/main">
              <a:ext uri="{FF2B5EF4-FFF2-40B4-BE49-F238E27FC236}">
                <a16:creationId xmlns:a16="http://schemas.microsoft.com/office/drawing/2014/main" id="{C2AD02FB-067D-4E1B-ACFD-4279B012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30" y="53587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A-I-row-4-col-9-value-0">
            <a:extLst xmlns:a="http://schemas.openxmlformats.org/drawingml/2006/main">
              <a:ext uri="{FF2B5EF4-FFF2-40B4-BE49-F238E27FC236}">
                <a16:creationId xmlns:a16="http://schemas.microsoft.com/office/drawing/2014/main" id="{A4A07CF6-2981-4886-88AE-B4B460DE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40" y="53587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A-I-row-4-col-10-value-0">
            <a:extLst xmlns:a="http://schemas.openxmlformats.org/drawingml/2006/main">
              <a:ext uri="{FF2B5EF4-FFF2-40B4-BE49-F238E27FC236}">
                <a16:creationId xmlns:a16="http://schemas.microsoft.com/office/drawing/2014/main" id="{6ED27614-A358-41D1-A67A-C6379440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587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A-I-row-4-col-11-value-0">
            <a:extLst xmlns:a="http://schemas.openxmlformats.org/drawingml/2006/main">
              <a:ext uri="{FF2B5EF4-FFF2-40B4-BE49-F238E27FC236}">
                <a16:creationId xmlns:a16="http://schemas.microsoft.com/office/drawing/2014/main" id="{C123D22B-0F63-4C1D-8AB1-5735D466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53587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A-I-row-4-col-12-value-0">
            <a:extLst xmlns:a="http://schemas.openxmlformats.org/drawingml/2006/main">
              <a:ext uri="{FF2B5EF4-FFF2-40B4-BE49-F238E27FC236}">
                <a16:creationId xmlns:a16="http://schemas.microsoft.com/office/drawing/2014/main" id="{14E98829-8E33-444A-B126-A1E2859D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70" y="53587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A-I-row-4-col-13-value-0">
            <a:extLst xmlns:a="http://schemas.openxmlformats.org/drawingml/2006/main">
              <a:ext uri="{FF2B5EF4-FFF2-40B4-BE49-F238E27FC236}">
                <a16:creationId xmlns:a16="http://schemas.microsoft.com/office/drawing/2014/main" id="{D1C64BEF-BCFE-4F39-BECB-BCAEF1E4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53587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A-I-row-4-col-14-value-0">
            <a:extLst xmlns:a="http://schemas.openxmlformats.org/drawingml/2006/main">
              <a:ext uri="{FF2B5EF4-FFF2-40B4-BE49-F238E27FC236}">
                <a16:creationId xmlns:a16="http://schemas.microsoft.com/office/drawing/2014/main" id="{2CB897CC-4116-42A8-861E-319944F7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53587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A-I-row-4-col-15-value-0">
            <a:extLst xmlns:a="http://schemas.openxmlformats.org/drawingml/2006/main">
              <a:ext uri="{FF2B5EF4-FFF2-40B4-BE49-F238E27FC236}">
                <a16:creationId xmlns:a16="http://schemas.microsoft.com/office/drawing/2014/main" id="{AB6F224B-C374-44C7-AA8A-6D601E28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3587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A-I-row-4-col-16-value-0">
            <a:extLst xmlns:a="http://schemas.openxmlformats.org/drawingml/2006/main">
              <a:ext uri="{FF2B5EF4-FFF2-40B4-BE49-F238E27FC236}">
                <a16:creationId xmlns:a16="http://schemas.microsoft.com/office/drawing/2014/main" id="{75EC39EC-70B9-4C7E-832F-CD948DD3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53587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A-I-row-4-col-17-value-0">
            <a:extLst xmlns:a="http://schemas.openxmlformats.org/drawingml/2006/main">
              <a:ext uri="{FF2B5EF4-FFF2-40B4-BE49-F238E27FC236}">
                <a16:creationId xmlns:a16="http://schemas.microsoft.com/office/drawing/2014/main" id="{7343ECFA-531F-4418-8049-24CA7573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53587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A-I-row-4-col-18-value-0">
            <a:extLst xmlns:a="http://schemas.openxmlformats.org/drawingml/2006/main">
              <a:ext uri="{FF2B5EF4-FFF2-40B4-BE49-F238E27FC236}">
                <a16:creationId xmlns:a16="http://schemas.microsoft.com/office/drawing/2014/main" id="{CBE46BB4-C683-42B0-82EC-B3433C39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53587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A-I-row-4-col-19-value-0">
            <a:extLst xmlns:a="http://schemas.openxmlformats.org/drawingml/2006/main">
              <a:ext uri="{FF2B5EF4-FFF2-40B4-BE49-F238E27FC236}">
                <a16:creationId xmlns:a16="http://schemas.microsoft.com/office/drawing/2014/main" id="{D817A1C8-D05C-4E1A-AD1A-D7BFDECD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53587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A-I-row-4-col-20-value-0">
            <a:extLst xmlns:a="http://schemas.openxmlformats.org/drawingml/2006/main">
              <a:ext uri="{FF2B5EF4-FFF2-40B4-BE49-F238E27FC236}">
                <a16:creationId xmlns:a16="http://schemas.microsoft.com/office/drawing/2014/main" id="{515A2B8F-A0A3-4083-A327-527728D2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3587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A-I-row-4-col-21-value-0">
            <a:extLst xmlns:a="http://schemas.openxmlformats.org/drawingml/2006/main">
              <a:ext uri="{FF2B5EF4-FFF2-40B4-BE49-F238E27FC236}">
                <a16:creationId xmlns:a16="http://schemas.microsoft.com/office/drawing/2014/main" id="{B4390364-10D1-4FD5-A40F-11AFFE80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53587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A-I-row-4-col-22-value-0">
            <a:extLst xmlns:a="http://schemas.openxmlformats.org/drawingml/2006/main">
              <a:ext uri="{FF2B5EF4-FFF2-40B4-BE49-F238E27FC236}">
                <a16:creationId xmlns:a16="http://schemas.microsoft.com/office/drawing/2014/main" id="{DBF0DC49-16D2-4835-A037-6CAAB251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170" y="53587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" name="A-I-row-4-col-23-value-0.6247076196610136">
            <a:extLst xmlns:a="http://schemas.openxmlformats.org/drawingml/2006/main">
              <a:ext uri="{FF2B5EF4-FFF2-40B4-BE49-F238E27FC236}">
                <a16:creationId xmlns:a16="http://schemas.microsoft.com/office/drawing/2014/main" id="{C1D56A31-9A4F-43B0-85A8-79767480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53587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A-I-row-4-col-24-value-0">
            <a:extLst xmlns:a="http://schemas.openxmlformats.org/drawingml/2006/main">
              <a:ext uri="{FF2B5EF4-FFF2-40B4-BE49-F238E27FC236}">
                <a16:creationId xmlns:a16="http://schemas.microsoft.com/office/drawing/2014/main" id="{3853854A-04EE-40F2-80EF-544AD4D6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990" y="53587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A-I-row-4-col-25-value-0.5918177912277367">
            <a:extLst xmlns:a="http://schemas.openxmlformats.org/drawingml/2006/main">
              <a:ext uri="{FF2B5EF4-FFF2-40B4-BE49-F238E27FC236}">
                <a16:creationId xmlns:a16="http://schemas.microsoft.com/office/drawing/2014/main" id="{6E354382-E686-4C7E-8A25-7492AC9C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3587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9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A-I-row-4-col-26-value-0">
            <a:extLst xmlns:a="http://schemas.openxmlformats.org/drawingml/2006/main">
              <a:ext uri="{FF2B5EF4-FFF2-40B4-BE49-F238E27FC236}">
                <a16:creationId xmlns:a16="http://schemas.microsoft.com/office/drawing/2014/main" id="{398DBF16-62D6-408A-9774-1CEC4F22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53587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A-I-row-4-col-27-value-0">
            <a:extLst xmlns:a="http://schemas.openxmlformats.org/drawingml/2006/main">
              <a:ext uri="{FF2B5EF4-FFF2-40B4-BE49-F238E27FC236}">
                <a16:creationId xmlns:a16="http://schemas.microsoft.com/office/drawing/2014/main" id="{5B16D537-E30D-4148-9AC6-1CC79490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53587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A-I-row-4-col-28-value-0">
            <a:extLst xmlns:a="http://schemas.openxmlformats.org/drawingml/2006/main">
              <a:ext uri="{FF2B5EF4-FFF2-40B4-BE49-F238E27FC236}">
                <a16:creationId xmlns:a16="http://schemas.microsoft.com/office/drawing/2014/main" id="{B6529870-A6C7-478E-BCC0-1519189F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53587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A-I-row-4-col-29-value-0">
            <a:extLst xmlns:a="http://schemas.openxmlformats.org/drawingml/2006/main">
              <a:ext uri="{FF2B5EF4-FFF2-40B4-BE49-F238E27FC236}">
                <a16:creationId xmlns:a16="http://schemas.microsoft.com/office/drawing/2014/main" id="{830C55D3-0890-4013-A10E-120FADA4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53587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A-I-row-4-col-30-value-0">
            <a:extLst xmlns:a="http://schemas.openxmlformats.org/drawingml/2006/main">
              <a:ext uri="{FF2B5EF4-FFF2-40B4-BE49-F238E27FC236}">
                <a16:creationId xmlns:a16="http://schemas.microsoft.com/office/drawing/2014/main" id="{F0463ADA-CB05-4C21-8976-9C46A8B1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3587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" name="A-I-row-4-col-31-value-0">
            <a:extLst xmlns:a="http://schemas.openxmlformats.org/drawingml/2006/main">
              <a:ext uri="{FF2B5EF4-FFF2-40B4-BE49-F238E27FC236}">
                <a16:creationId xmlns:a16="http://schemas.microsoft.com/office/drawing/2014/main" id="{F95F47AC-47BA-4AFA-B2CA-9C81A57E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53587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" name="A-I-row-4-col-32-value-0">
            <a:extLst xmlns:a="http://schemas.openxmlformats.org/drawingml/2006/main">
              <a:ext uri="{FF2B5EF4-FFF2-40B4-BE49-F238E27FC236}">
                <a16:creationId xmlns:a16="http://schemas.microsoft.com/office/drawing/2014/main" id="{8A46A36B-63A7-4B74-A045-4D736E3D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53587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A-I-row-4-col-33-value-0">
            <a:extLst xmlns:a="http://schemas.openxmlformats.org/drawingml/2006/main">
              <a:ext uri="{FF2B5EF4-FFF2-40B4-BE49-F238E27FC236}">
                <a16:creationId xmlns:a16="http://schemas.microsoft.com/office/drawing/2014/main" id="{951D5AB2-28C5-4255-B9C6-623C5402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53587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A-I-row-4-col-34-value-0">
            <a:extLst xmlns:a="http://schemas.openxmlformats.org/drawingml/2006/main">
              <a:ext uri="{FF2B5EF4-FFF2-40B4-BE49-F238E27FC236}">
                <a16:creationId xmlns:a16="http://schemas.microsoft.com/office/drawing/2014/main" id="{119904AD-F801-4809-BF81-2F2B5C9C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53587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A-I-row-4-col-35-value-0">
            <a:extLst xmlns:a="http://schemas.openxmlformats.org/drawingml/2006/main">
              <a:ext uri="{FF2B5EF4-FFF2-40B4-BE49-F238E27FC236}">
                <a16:creationId xmlns:a16="http://schemas.microsoft.com/office/drawing/2014/main" id="{0F274BAA-E6A6-4C5A-9F98-4FCC5173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587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A-I-row-5-col-0-value-0">
            <a:extLst xmlns:a="http://schemas.openxmlformats.org/drawingml/2006/main">
              <a:ext uri="{FF2B5EF4-FFF2-40B4-BE49-F238E27FC236}">
                <a16:creationId xmlns:a16="http://schemas.microsoft.com/office/drawing/2014/main" id="{FED2D9C9-5C73-4715-94DD-9744F6AD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006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A-I-row-5-col-1-value-0">
            <a:extLst xmlns:a="http://schemas.openxmlformats.org/drawingml/2006/main">
              <a:ext uri="{FF2B5EF4-FFF2-40B4-BE49-F238E27FC236}">
                <a16:creationId xmlns:a16="http://schemas.microsoft.com/office/drawing/2014/main" id="{CCE9CD39-15B5-41B0-B7FB-AFCB9B60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54006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A-I-row-5-col-2-value-0">
            <a:extLst xmlns:a="http://schemas.openxmlformats.org/drawingml/2006/main">
              <a:ext uri="{FF2B5EF4-FFF2-40B4-BE49-F238E27FC236}">
                <a16:creationId xmlns:a16="http://schemas.microsoft.com/office/drawing/2014/main" id="{74801D38-FD51-4EED-BE81-B389AE29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970" y="54006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A-I-row-5-col-3-value-0">
            <a:extLst xmlns:a="http://schemas.openxmlformats.org/drawingml/2006/main">
              <a:ext uri="{FF2B5EF4-FFF2-40B4-BE49-F238E27FC236}">
                <a16:creationId xmlns:a16="http://schemas.microsoft.com/office/drawing/2014/main" id="{02AF9BB2-A11E-44CC-8EF0-E6F1430F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54006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" name="A-I-row-5-col-4-value-0.8886164368392613">
            <a:extLst xmlns:a="http://schemas.openxmlformats.org/drawingml/2006/main">
              <a:ext uri="{FF2B5EF4-FFF2-40B4-BE49-F238E27FC236}">
                <a16:creationId xmlns:a16="http://schemas.microsoft.com/office/drawing/2014/main" id="{430A0C3B-FCB1-4C85-B8E8-AFDF0920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90" y="54006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4D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A-I-row-5-col-5-value-0">
            <a:extLst xmlns:a="http://schemas.openxmlformats.org/drawingml/2006/main">
              <a:ext uri="{FF2B5EF4-FFF2-40B4-BE49-F238E27FC236}">
                <a16:creationId xmlns:a16="http://schemas.microsoft.com/office/drawing/2014/main" id="{00C6D23F-D1A7-4A11-998D-CBF90C87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4006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A-I-row-5-col-6-value-0">
            <a:extLst xmlns:a="http://schemas.openxmlformats.org/drawingml/2006/main">
              <a:ext uri="{FF2B5EF4-FFF2-40B4-BE49-F238E27FC236}">
                <a16:creationId xmlns:a16="http://schemas.microsoft.com/office/drawing/2014/main" id="{05B80022-D3C0-428F-8633-963A6D1E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10" y="54006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A-I-row-5-col-7-value-0">
            <a:extLst xmlns:a="http://schemas.openxmlformats.org/drawingml/2006/main">
              <a:ext uri="{FF2B5EF4-FFF2-40B4-BE49-F238E27FC236}">
                <a16:creationId xmlns:a16="http://schemas.microsoft.com/office/drawing/2014/main" id="{B8DE5C1C-0A39-4A0A-B135-927E3399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54006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A-I-row-5-col-8-value-0">
            <a:extLst xmlns:a="http://schemas.openxmlformats.org/drawingml/2006/main">
              <a:ext uri="{FF2B5EF4-FFF2-40B4-BE49-F238E27FC236}">
                <a16:creationId xmlns:a16="http://schemas.microsoft.com/office/drawing/2014/main" id="{17329D8B-7229-413B-BD53-F2EB808E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30" y="54006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A-I-row-5-col-9-value-0">
            <a:extLst xmlns:a="http://schemas.openxmlformats.org/drawingml/2006/main">
              <a:ext uri="{FF2B5EF4-FFF2-40B4-BE49-F238E27FC236}">
                <a16:creationId xmlns:a16="http://schemas.microsoft.com/office/drawing/2014/main" id="{281D8FCF-3EA1-4D3A-A514-B905FFF0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40" y="54006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A-I-row-5-col-10-value-0">
            <a:extLst xmlns:a="http://schemas.openxmlformats.org/drawingml/2006/main">
              <a:ext uri="{FF2B5EF4-FFF2-40B4-BE49-F238E27FC236}">
                <a16:creationId xmlns:a16="http://schemas.microsoft.com/office/drawing/2014/main" id="{304E9705-7E92-4CAC-97A7-ED069919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4006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A-I-row-5-col-11-value-0">
            <a:extLst xmlns:a="http://schemas.openxmlformats.org/drawingml/2006/main">
              <a:ext uri="{FF2B5EF4-FFF2-40B4-BE49-F238E27FC236}">
                <a16:creationId xmlns:a16="http://schemas.microsoft.com/office/drawing/2014/main" id="{71D089F5-624D-42EF-9080-70C47F5B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54006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" name="A-I-row-5-col-12-value-0">
            <a:extLst xmlns:a="http://schemas.openxmlformats.org/drawingml/2006/main">
              <a:ext uri="{FF2B5EF4-FFF2-40B4-BE49-F238E27FC236}">
                <a16:creationId xmlns:a16="http://schemas.microsoft.com/office/drawing/2014/main" id="{D81227D7-1AE2-4403-9EF7-0B3E5D4D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70" y="54006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" name="A-I-row-5-col-13-value-0">
            <a:extLst xmlns:a="http://schemas.openxmlformats.org/drawingml/2006/main">
              <a:ext uri="{FF2B5EF4-FFF2-40B4-BE49-F238E27FC236}">
                <a16:creationId xmlns:a16="http://schemas.microsoft.com/office/drawing/2014/main" id="{B4496F58-DB25-42C3-B727-5296493A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54006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A-I-row-5-col-14-value-0">
            <a:extLst xmlns:a="http://schemas.openxmlformats.org/drawingml/2006/main">
              <a:ext uri="{FF2B5EF4-FFF2-40B4-BE49-F238E27FC236}">
                <a16:creationId xmlns:a16="http://schemas.microsoft.com/office/drawing/2014/main" id="{EEA980D3-6906-43FF-8716-C1627334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54006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" name="A-I-row-5-col-15-value-0">
            <a:extLst xmlns:a="http://schemas.openxmlformats.org/drawingml/2006/main">
              <a:ext uri="{FF2B5EF4-FFF2-40B4-BE49-F238E27FC236}">
                <a16:creationId xmlns:a16="http://schemas.microsoft.com/office/drawing/2014/main" id="{F70C23F2-3053-4C3A-9F18-E7546176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4006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" name="A-I-row-5-col-16-value-0">
            <a:extLst xmlns:a="http://schemas.openxmlformats.org/drawingml/2006/main">
              <a:ext uri="{FF2B5EF4-FFF2-40B4-BE49-F238E27FC236}">
                <a16:creationId xmlns:a16="http://schemas.microsoft.com/office/drawing/2014/main" id="{0D7B74F6-C3A6-4E6C-AE8C-0560245D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54006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A-I-row-5-col-17-value-0">
            <a:extLst xmlns:a="http://schemas.openxmlformats.org/drawingml/2006/main">
              <a:ext uri="{FF2B5EF4-FFF2-40B4-BE49-F238E27FC236}">
                <a16:creationId xmlns:a16="http://schemas.microsoft.com/office/drawing/2014/main" id="{B6614B41-1642-4619-A0D6-1353FA7F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54006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" name="A-I-row-5-col-18-value-0">
            <a:extLst xmlns:a="http://schemas.openxmlformats.org/drawingml/2006/main">
              <a:ext uri="{FF2B5EF4-FFF2-40B4-BE49-F238E27FC236}">
                <a16:creationId xmlns:a16="http://schemas.microsoft.com/office/drawing/2014/main" id="{A0BFFEE2-2B6B-4C30-8F1E-8C79000B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54006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A-I-row-5-col-19-value-0">
            <a:extLst xmlns:a="http://schemas.openxmlformats.org/drawingml/2006/main">
              <a:ext uri="{FF2B5EF4-FFF2-40B4-BE49-F238E27FC236}">
                <a16:creationId xmlns:a16="http://schemas.microsoft.com/office/drawing/2014/main" id="{5A8D2DAD-F7CE-4F91-9732-0B85EC37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54006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A-I-row-5-col-20-value-0">
            <a:extLst xmlns:a="http://schemas.openxmlformats.org/drawingml/2006/main">
              <a:ext uri="{FF2B5EF4-FFF2-40B4-BE49-F238E27FC236}">
                <a16:creationId xmlns:a16="http://schemas.microsoft.com/office/drawing/2014/main" id="{6EEC994B-360E-4BE3-8BA0-709B8F36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4006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A-I-row-5-col-21-value-0">
            <a:extLst xmlns:a="http://schemas.openxmlformats.org/drawingml/2006/main">
              <a:ext uri="{FF2B5EF4-FFF2-40B4-BE49-F238E27FC236}">
                <a16:creationId xmlns:a16="http://schemas.microsoft.com/office/drawing/2014/main" id="{B155EA64-D15B-4F46-840B-83DD4EE0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54006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" name="A-I-row-5-col-22-value-0">
            <a:extLst xmlns:a="http://schemas.openxmlformats.org/drawingml/2006/main">
              <a:ext uri="{FF2B5EF4-FFF2-40B4-BE49-F238E27FC236}">
                <a16:creationId xmlns:a16="http://schemas.microsoft.com/office/drawing/2014/main" id="{00853668-4956-4178-9A0E-032F2739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170" y="54006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A-I-row-5-col-23-value-0">
            <a:extLst xmlns:a="http://schemas.openxmlformats.org/drawingml/2006/main">
              <a:ext uri="{FF2B5EF4-FFF2-40B4-BE49-F238E27FC236}">
                <a16:creationId xmlns:a16="http://schemas.microsoft.com/office/drawing/2014/main" id="{2DAD6597-D05E-42ED-8DBF-EC8D1377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54006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A-I-row-5-col-24-value-0">
            <a:extLst xmlns:a="http://schemas.openxmlformats.org/drawingml/2006/main">
              <a:ext uri="{FF2B5EF4-FFF2-40B4-BE49-F238E27FC236}">
                <a16:creationId xmlns:a16="http://schemas.microsoft.com/office/drawing/2014/main" id="{2ED88FA9-C78F-4ADF-A91F-C761B7A5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990" y="54006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" name="A-I-row-5-col-25-value-0.5955364078314151">
            <a:extLst xmlns:a="http://schemas.openxmlformats.org/drawingml/2006/main">
              <a:ext uri="{FF2B5EF4-FFF2-40B4-BE49-F238E27FC236}">
                <a16:creationId xmlns:a16="http://schemas.microsoft.com/office/drawing/2014/main" id="{0F15C980-175E-4C96-AB27-7D19FE8A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006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" name="A-I-row-5-col-26-value-0">
            <a:extLst xmlns:a="http://schemas.openxmlformats.org/drawingml/2006/main">
              <a:ext uri="{FF2B5EF4-FFF2-40B4-BE49-F238E27FC236}">
                <a16:creationId xmlns:a16="http://schemas.microsoft.com/office/drawing/2014/main" id="{030C5A13-1F83-47E5-A3E0-094BF073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54006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" name="A-I-row-5-col-27-value-0">
            <a:extLst xmlns:a="http://schemas.openxmlformats.org/drawingml/2006/main">
              <a:ext uri="{FF2B5EF4-FFF2-40B4-BE49-F238E27FC236}">
                <a16:creationId xmlns:a16="http://schemas.microsoft.com/office/drawing/2014/main" id="{5FFEC43B-E131-42FF-8472-AE6679A7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54006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" name="A-I-row-5-col-28-value-0">
            <a:extLst xmlns:a="http://schemas.openxmlformats.org/drawingml/2006/main">
              <a:ext uri="{FF2B5EF4-FFF2-40B4-BE49-F238E27FC236}">
                <a16:creationId xmlns:a16="http://schemas.microsoft.com/office/drawing/2014/main" id="{36746CB7-3E03-4468-ABF9-47CB7AED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54006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" name="A-I-row-5-col-29-value-0">
            <a:extLst xmlns:a="http://schemas.openxmlformats.org/drawingml/2006/main">
              <a:ext uri="{FF2B5EF4-FFF2-40B4-BE49-F238E27FC236}">
                <a16:creationId xmlns:a16="http://schemas.microsoft.com/office/drawing/2014/main" id="{48C7F15B-4DEF-481A-80CF-3C35D536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54006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" name="A-I-row-5-col-30-value-0.5133908583382347">
            <a:extLst xmlns:a="http://schemas.openxmlformats.org/drawingml/2006/main">
              <a:ext uri="{FF2B5EF4-FFF2-40B4-BE49-F238E27FC236}">
                <a16:creationId xmlns:a16="http://schemas.microsoft.com/office/drawing/2014/main" id="{C09E839E-6C98-41A8-B20D-7AC93838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4006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A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" name="A-I-row-5-col-31-value-0">
            <a:extLst xmlns:a="http://schemas.openxmlformats.org/drawingml/2006/main">
              <a:ext uri="{FF2B5EF4-FFF2-40B4-BE49-F238E27FC236}">
                <a16:creationId xmlns:a16="http://schemas.microsoft.com/office/drawing/2014/main" id="{8702CDCA-0626-4400-BFD0-8AF0F2DF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54006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" name="A-I-row-5-col-32-value-0">
            <a:extLst xmlns:a="http://schemas.openxmlformats.org/drawingml/2006/main">
              <a:ext uri="{FF2B5EF4-FFF2-40B4-BE49-F238E27FC236}">
                <a16:creationId xmlns:a16="http://schemas.microsoft.com/office/drawing/2014/main" id="{9398151C-A678-4CF2-8746-613EFC66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54006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" name="A-I-row-5-col-33-value-0">
            <a:extLst xmlns:a="http://schemas.openxmlformats.org/drawingml/2006/main">
              <a:ext uri="{FF2B5EF4-FFF2-40B4-BE49-F238E27FC236}">
                <a16:creationId xmlns:a16="http://schemas.microsoft.com/office/drawing/2014/main" id="{78466D27-5F9B-4C7C-9E61-DDB84725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54006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" name="A-I-row-5-col-34-value-0">
            <a:extLst xmlns:a="http://schemas.openxmlformats.org/drawingml/2006/main">
              <a:ext uri="{FF2B5EF4-FFF2-40B4-BE49-F238E27FC236}">
                <a16:creationId xmlns:a16="http://schemas.microsoft.com/office/drawing/2014/main" id="{A439F24D-FDB7-4D73-ACB4-A0F4CCDF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54006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" name="A-I-row-5-col-35-value-0">
            <a:extLst xmlns:a="http://schemas.openxmlformats.org/drawingml/2006/main">
              <a:ext uri="{FF2B5EF4-FFF2-40B4-BE49-F238E27FC236}">
                <a16:creationId xmlns:a16="http://schemas.microsoft.com/office/drawing/2014/main" id="{E6F10632-BA94-4116-B744-1830844F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006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" name="A-I-row-6-col-0-value-0">
            <a:extLst xmlns:a="http://schemas.openxmlformats.org/drawingml/2006/main">
              <a:ext uri="{FF2B5EF4-FFF2-40B4-BE49-F238E27FC236}">
                <a16:creationId xmlns:a16="http://schemas.microsoft.com/office/drawing/2014/main" id="{990A6135-C549-4299-B42F-08EBCBA6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425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" name="A-I-row-6-col-1-value-0">
            <a:extLst xmlns:a="http://schemas.openxmlformats.org/drawingml/2006/main">
              <a:ext uri="{FF2B5EF4-FFF2-40B4-BE49-F238E27FC236}">
                <a16:creationId xmlns:a16="http://schemas.microsoft.com/office/drawing/2014/main" id="{F7B14787-5A7F-4BF3-AAB6-7A336E71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54425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" name="A-I-row-6-col-2-value-0">
            <a:extLst xmlns:a="http://schemas.openxmlformats.org/drawingml/2006/main">
              <a:ext uri="{FF2B5EF4-FFF2-40B4-BE49-F238E27FC236}">
                <a16:creationId xmlns:a16="http://schemas.microsoft.com/office/drawing/2014/main" id="{8BA5093E-6B03-435C-952F-694BF75F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970" y="54425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" name="A-I-row-6-col-3-value-0">
            <a:extLst xmlns:a="http://schemas.openxmlformats.org/drawingml/2006/main">
              <a:ext uri="{FF2B5EF4-FFF2-40B4-BE49-F238E27FC236}">
                <a16:creationId xmlns:a16="http://schemas.microsoft.com/office/drawing/2014/main" id="{ADB16DCC-CA0B-4701-B0CE-22AA3823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54425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" name="A-I-row-6-col-4-value-0">
            <a:extLst xmlns:a="http://schemas.openxmlformats.org/drawingml/2006/main">
              <a:ext uri="{FF2B5EF4-FFF2-40B4-BE49-F238E27FC236}">
                <a16:creationId xmlns:a16="http://schemas.microsoft.com/office/drawing/2014/main" id="{AE773F15-A744-4505-806D-73CC3D20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90" y="54425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" name="A-I-row-6-col-5-value-0">
            <a:extLst xmlns:a="http://schemas.openxmlformats.org/drawingml/2006/main">
              <a:ext uri="{FF2B5EF4-FFF2-40B4-BE49-F238E27FC236}">
                <a16:creationId xmlns:a16="http://schemas.microsoft.com/office/drawing/2014/main" id="{D9928E21-150B-4D70-9075-77582B98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4425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" name="A-I-row-6-col-6-value-0">
            <a:extLst xmlns:a="http://schemas.openxmlformats.org/drawingml/2006/main">
              <a:ext uri="{FF2B5EF4-FFF2-40B4-BE49-F238E27FC236}">
                <a16:creationId xmlns:a16="http://schemas.microsoft.com/office/drawing/2014/main" id="{AC436CE5-3522-4BE9-A196-CA6A74A9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10" y="54425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" name="A-I-row-6-col-7-value-0.6403624739479803">
            <a:extLst xmlns:a="http://schemas.openxmlformats.org/drawingml/2006/main">
              <a:ext uri="{FF2B5EF4-FFF2-40B4-BE49-F238E27FC236}">
                <a16:creationId xmlns:a16="http://schemas.microsoft.com/office/drawing/2014/main" id="{0320AEBA-BC71-4997-AC2D-86D92680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54425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E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" name="A-I-row-6-col-8-value-0">
            <a:extLst xmlns:a="http://schemas.openxmlformats.org/drawingml/2006/main">
              <a:ext uri="{FF2B5EF4-FFF2-40B4-BE49-F238E27FC236}">
                <a16:creationId xmlns:a16="http://schemas.microsoft.com/office/drawing/2014/main" id="{810C1B86-275A-4B3C-9254-6B8349B3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30" y="54425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" name="A-I-row-6-col-9-value-0">
            <a:extLst xmlns:a="http://schemas.openxmlformats.org/drawingml/2006/main">
              <a:ext uri="{FF2B5EF4-FFF2-40B4-BE49-F238E27FC236}">
                <a16:creationId xmlns:a16="http://schemas.microsoft.com/office/drawing/2014/main" id="{FB88073A-91A9-41BE-B674-D72C6F97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40" y="54425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" name="A-I-row-6-col-10-value-0.7307728947946595">
            <a:extLst xmlns:a="http://schemas.openxmlformats.org/drawingml/2006/main">
              <a:ext uri="{FF2B5EF4-FFF2-40B4-BE49-F238E27FC236}">
                <a16:creationId xmlns:a16="http://schemas.microsoft.com/office/drawing/2014/main" id="{303F9750-4AB9-4F12-925A-E3B6344D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4425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5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" name="A-I-row-6-col-11-value-0">
            <a:extLst xmlns:a="http://schemas.openxmlformats.org/drawingml/2006/main">
              <a:ext uri="{FF2B5EF4-FFF2-40B4-BE49-F238E27FC236}">
                <a16:creationId xmlns:a16="http://schemas.microsoft.com/office/drawing/2014/main" id="{8D109EF8-F34F-4C4D-B7C5-EFF2E8FC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54425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" name="A-I-row-6-col-12-value-0">
            <a:extLst xmlns:a="http://schemas.openxmlformats.org/drawingml/2006/main">
              <a:ext uri="{FF2B5EF4-FFF2-40B4-BE49-F238E27FC236}">
                <a16:creationId xmlns:a16="http://schemas.microsoft.com/office/drawing/2014/main" id="{BFC69AD7-15DB-4650-86DF-7D22B9C7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70" y="54425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" name="A-I-row-6-col-13-value-0">
            <a:extLst xmlns:a="http://schemas.openxmlformats.org/drawingml/2006/main">
              <a:ext uri="{FF2B5EF4-FFF2-40B4-BE49-F238E27FC236}">
                <a16:creationId xmlns:a16="http://schemas.microsoft.com/office/drawing/2014/main" id="{C6122010-2BCC-49E6-884F-92FB29AD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54425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" name="A-I-row-6-col-14-value-0">
            <a:extLst xmlns:a="http://schemas.openxmlformats.org/drawingml/2006/main">
              <a:ext uri="{FF2B5EF4-FFF2-40B4-BE49-F238E27FC236}">
                <a16:creationId xmlns:a16="http://schemas.microsoft.com/office/drawing/2014/main" id="{C849F943-F40B-4232-A072-8B08AFD9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54425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" name="A-I-row-6-col-15-value-0">
            <a:extLst xmlns:a="http://schemas.openxmlformats.org/drawingml/2006/main">
              <a:ext uri="{FF2B5EF4-FFF2-40B4-BE49-F238E27FC236}">
                <a16:creationId xmlns:a16="http://schemas.microsoft.com/office/drawing/2014/main" id="{E9B90C3E-6277-40E5-B657-FD19DF9B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4425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" name="A-I-row-6-col-16-value-0.5140367993368005">
            <a:extLst xmlns:a="http://schemas.openxmlformats.org/drawingml/2006/main">
              <a:ext uri="{FF2B5EF4-FFF2-40B4-BE49-F238E27FC236}">
                <a16:creationId xmlns:a16="http://schemas.microsoft.com/office/drawing/2014/main" id="{77F96B6C-AEC5-4232-A5E1-48FA8543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54425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A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" name="A-I-row-6-col-17-value-0">
            <a:extLst xmlns:a="http://schemas.openxmlformats.org/drawingml/2006/main">
              <a:ext uri="{FF2B5EF4-FFF2-40B4-BE49-F238E27FC236}">
                <a16:creationId xmlns:a16="http://schemas.microsoft.com/office/drawing/2014/main" id="{313719E2-C0B7-4EEE-B42C-706C7DC3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54425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" name="A-I-row-6-col-18-value-0">
            <a:extLst xmlns:a="http://schemas.openxmlformats.org/drawingml/2006/main">
              <a:ext uri="{FF2B5EF4-FFF2-40B4-BE49-F238E27FC236}">
                <a16:creationId xmlns:a16="http://schemas.microsoft.com/office/drawing/2014/main" id="{1E40844B-437E-4150-BE1C-FE70F483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54425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" name="A-I-row-6-col-19-value-0">
            <a:extLst xmlns:a="http://schemas.openxmlformats.org/drawingml/2006/main">
              <a:ext uri="{FF2B5EF4-FFF2-40B4-BE49-F238E27FC236}">
                <a16:creationId xmlns:a16="http://schemas.microsoft.com/office/drawing/2014/main" id="{18FF7008-570F-4423-B068-F5BC149B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54425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" name="A-I-row-6-col-20-value-0">
            <a:extLst xmlns:a="http://schemas.openxmlformats.org/drawingml/2006/main">
              <a:ext uri="{FF2B5EF4-FFF2-40B4-BE49-F238E27FC236}">
                <a16:creationId xmlns:a16="http://schemas.microsoft.com/office/drawing/2014/main" id="{E1E9C98E-F23D-451F-8BC4-D9935EBE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4425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" name="A-I-row-6-col-21-value-0">
            <a:extLst xmlns:a="http://schemas.openxmlformats.org/drawingml/2006/main">
              <a:ext uri="{FF2B5EF4-FFF2-40B4-BE49-F238E27FC236}">
                <a16:creationId xmlns:a16="http://schemas.microsoft.com/office/drawing/2014/main" id="{42FFDDE9-EFAE-4441-98BA-211AFE98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54425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" name="A-I-row-6-col-22-value-0">
            <a:extLst xmlns:a="http://schemas.openxmlformats.org/drawingml/2006/main">
              <a:ext uri="{FF2B5EF4-FFF2-40B4-BE49-F238E27FC236}">
                <a16:creationId xmlns:a16="http://schemas.microsoft.com/office/drawing/2014/main" id="{57D049C2-EA4A-46CF-A52F-DACAD83B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170" y="54425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" name="A-I-row-6-col-23-value-0">
            <a:extLst xmlns:a="http://schemas.openxmlformats.org/drawingml/2006/main">
              <a:ext uri="{FF2B5EF4-FFF2-40B4-BE49-F238E27FC236}">
                <a16:creationId xmlns:a16="http://schemas.microsoft.com/office/drawing/2014/main" id="{7DD3947A-2900-4A3B-A061-9C46DEDA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54425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" name="A-I-row-6-col-24-value-0">
            <a:extLst xmlns:a="http://schemas.openxmlformats.org/drawingml/2006/main">
              <a:ext uri="{FF2B5EF4-FFF2-40B4-BE49-F238E27FC236}">
                <a16:creationId xmlns:a16="http://schemas.microsoft.com/office/drawing/2014/main" id="{662678DC-2CF9-48A8-A738-86F07597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990" y="54425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" name="A-I-row-6-col-25-value-0">
            <a:extLst xmlns:a="http://schemas.openxmlformats.org/drawingml/2006/main">
              <a:ext uri="{FF2B5EF4-FFF2-40B4-BE49-F238E27FC236}">
                <a16:creationId xmlns:a16="http://schemas.microsoft.com/office/drawing/2014/main" id="{E5401FA1-5D3D-4ED6-A2CB-946D0766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425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" name="A-I-row-6-col-26-value-0">
            <a:extLst xmlns:a="http://schemas.openxmlformats.org/drawingml/2006/main">
              <a:ext uri="{FF2B5EF4-FFF2-40B4-BE49-F238E27FC236}">
                <a16:creationId xmlns:a16="http://schemas.microsoft.com/office/drawing/2014/main" id="{5DA47069-992E-48F6-82A3-6DFECF5D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54425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" name="A-I-row-6-col-27-value-0">
            <a:extLst xmlns:a="http://schemas.openxmlformats.org/drawingml/2006/main">
              <a:ext uri="{FF2B5EF4-FFF2-40B4-BE49-F238E27FC236}">
                <a16:creationId xmlns:a16="http://schemas.microsoft.com/office/drawing/2014/main" id="{117264FC-5B0C-47CC-B8EF-E6BA653A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54425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" name="A-I-row-6-col-28-value-0">
            <a:extLst xmlns:a="http://schemas.openxmlformats.org/drawingml/2006/main">
              <a:ext uri="{FF2B5EF4-FFF2-40B4-BE49-F238E27FC236}">
                <a16:creationId xmlns:a16="http://schemas.microsoft.com/office/drawing/2014/main" id="{ADD0A87E-64B7-42A5-93B3-233D06B1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54425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" name="A-I-row-6-col-29-value-0">
            <a:extLst xmlns:a="http://schemas.openxmlformats.org/drawingml/2006/main">
              <a:ext uri="{FF2B5EF4-FFF2-40B4-BE49-F238E27FC236}">
                <a16:creationId xmlns:a16="http://schemas.microsoft.com/office/drawing/2014/main" id="{C55673C1-C417-4D04-9381-D7113285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54425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" name="A-I-row-6-col-30-value-0">
            <a:extLst xmlns:a="http://schemas.openxmlformats.org/drawingml/2006/main">
              <a:ext uri="{FF2B5EF4-FFF2-40B4-BE49-F238E27FC236}">
                <a16:creationId xmlns:a16="http://schemas.microsoft.com/office/drawing/2014/main" id="{9AC433FA-E872-4E63-AB01-CED7B2B7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4425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" name="A-I-row-6-col-31-value-0">
            <a:extLst xmlns:a="http://schemas.openxmlformats.org/drawingml/2006/main">
              <a:ext uri="{FF2B5EF4-FFF2-40B4-BE49-F238E27FC236}">
                <a16:creationId xmlns:a16="http://schemas.microsoft.com/office/drawing/2014/main" id="{21D7C64D-220E-4517-ABA5-243CF483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54425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" name="A-I-row-6-col-32-value-0">
            <a:extLst xmlns:a="http://schemas.openxmlformats.org/drawingml/2006/main">
              <a:ext uri="{FF2B5EF4-FFF2-40B4-BE49-F238E27FC236}">
                <a16:creationId xmlns:a16="http://schemas.microsoft.com/office/drawing/2014/main" id="{110F3DA0-8BF5-4A56-A504-28183B65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54425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" name="A-I-row-6-col-33-value-0">
            <a:extLst xmlns:a="http://schemas.openxmlformats.org/drawingml/2006/main">
              <a:ext uri="{FF2B5EF4-FFF2-40B4-BE49-F238E27FC236}">
                <a16:creationId xmlns:a16="http://schemas.microsoft.com/office/drawing/2014/main" id="{240214C6-A83B-4D11-AEA3-8AC006E3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54425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" name="A-I-row-6-col-34-value-0">
            <a:extLst xmlns:a="http://schemas.openxmlformats.org/drawingml/2006/main">
              <a:ext uri="{FF2B5EF4-FFF2-40B4-BE49-F238E27FC236}">
                <a16:creationId xmlns:a16="http://schemas.microsoft.com/office/drawing/2014/main" id="{64F61F54-F57F-4C40-ACC6-332BF325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54425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" name="A-I-row-6-col-35-value-0">
            <a:extLst xmlns:a="http://schemas.openxmlformats.org/drawingml/2006/main">
              <a:ext uri="{FF2B5EF4-FFF2-40B4-BE49-F238E27FC236}">
                <a16:creationId xmlns:a16="http://schemas.microsoft.com/office/drawing/2014/main" id="{8E5CCB47-DADD-4E0D-B7D5-980043BE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425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" name="A-I-row-7-col-0-value-0">
            <a:extLst xmlns:a="http://schemas.openxmlformats.org/drawingml/2006/main">
              <a:ext uri="{FF2B5EF4-FFF2-40B4-BE49-F238E27FC236}">
                <a16:creationId xmlns:a16="http://schemas.microsoft.com/office/drawing/2014/main" id="{CC28F082-F303-443F-AF67-EEAE9646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844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" name="A-I-row-7-col-1-value-0">
            <a:extLst xmlns:a="http://schemas.openxmlformats.org/drawingml/2006/main">
              <a:ext uri="{FF2B5EF4-FFF2-40B4-BE49-F238E27FC236}">
                <a16:creationId xmlns:a16="http://schemas.microsoft.com/office/drawing/2014/main" id="{8E306047-DE3F-44B8-87B1-99FFAFCF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54844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" name="A-I-row-7-col-2-value-0">
            <a:extLst xmlns:a="http://schemas.openxmlformats.org/drawingml/2006/main">
              <a:ext uri="{FF2B5EF4-FFF2-40B4-BE49-F238E27FC236}">
                <a16:creationId xmlns:a16="http://schemas.microsoft.com/office/drawing/2014/main" id="{E2DA5482-B6D1-4BD5-AADF-7F87DCC7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970" y="54844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" name="A-I-row-7-col-3-value-0">
            <a:extLst xmlns:a="http://schemas.openxmlformats.org/drawingml/2006/main">
              <a:ext uri="{FF2B5EF4-FFF2-40B4-BE49-F238E27FC236}">
                <a16:creationId xmlns:a16="http://schemas.microsoft.com/office/drawing/2014/main" id="{2A60F67A-ED7B-41C7-AC8C-994B0FEA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54844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" name="A-I-row-7-col-4-value-0">
            <a:extLst xmlns:a="http://schemas.openxmlformats.org/drawingml/2006/main">
              <a:ext uri="{FF2B5EF4-FFF2-40B4-BE49-F238E27FC236}">
                <a16:creationId xmlns:a16="http://schemas.microsoft.com/office/drawing/2014/main" id="{11342673-18AE-4622-9282-41B2280F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90" y="54844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" name="A-I-row-7-col-5-value-0">
            <a:extLst xmlns:a="http://schemas.openxmlformats.org/drawingml/2006/main">
              <a:ext uri="{FF2B5EF4-FFF2-40B4-BE49-F238E27FC236}">
                <a16:creationId xmlns:a16="http://schemas.microsoft.com/office/drawing/2014/main" id="{A6918E5B-D5A2-47CB-A66C-CFE36E6C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4844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" name="A-I-row-7-col-6-value-0.6403624739479803">
            <a:extLst xmlns:a="http://schemas.openxmlformats.org/drawingml/2006/main">
              <a:ext uri="{FF2B5EF4-FFF2-40B4-BE49-F238E27FC236}">
                <a16:creationId xmlns:a16="http://schemas.microsoft.com/office/drawing/2014/main" id="{E4B9D13B-FB11-483A-94CA-620FC0EC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10" y="54844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E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" name="A-I-row-7-col-7-value-0">
            <a:extLst xmlns:a="http://schemas.openxmlformats.org/drawingml/2006/main">
              <a:ext uri="{FF2B5EF4-FFF2-40B4-BE49-F238E27FC236}">
                <a16:creationId xmlns:a16="http://schemas.microsoft.com/office/drawing/2014/main" id="{D30B9C9F-581D-49D3-8738-EC8E46CA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54844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" name="A-I-row-7-col-8-value-0.8992931736139399">
            <a:extLst xmlns:a="http://schemas.openxmlformats.org/drawingml/2006/main">
              <a:ext uri="{FF2B5EF4-FFF2-40B4-BE49-F238E27FC236}">
                <a16:creationId xmlns:a16="http://schemas.microsoft.com/office/drawing/2014/main" id="{F6CEE01E-FE5F-45B9-BF6C-FFFEB599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30" y="54844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4A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" name="A-I-row-7-col-9-value-0.7629980201213511">
            <a:extLst xmlns:a="http://schemas.openxmlformats.org/drawingml/2006/main">
              <a:ext uri="{FF2B5EF4-FFF2-40B4-BE49-F238E27FC236}">
                <a16:creationId xmlns:a16="http://schemas.microsoft.com/office/drawing/2014/main" id="{CBCD2C92-DF7E-461A-99C7-6AFBE1D8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40" y="54844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" name="A-I-row-7-col-10-value-0.6988909263565746">
            <a:extLst xmlns:a="http://schemas.openxmlformats.org/drawingml/2006/main">
              <a:ext uri="{FF2B5EF4-FFF2-40B4-BE49-F238E27FC236}">
                <a16:creationId xmlns:a16="http://schemas.microsoft.com/office/drawing/2014/main" id="{001C4540-65F0-416A-8492-BA9AA3EC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4844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" name="A-I-row-7-col-11-value-0.5713730645739443">
            <a:extLst xmlns:a="http://schemas.openxmlformats.org/drawingml/2006/main">
              <a:ext uri="{FF2B5EF4-FFF2-40B4-BE49-F238E27FC236}">
                <a16:creationId xmlns:a16="http://schemas.microsoft.com/office/drawing/2014/main" id="{3D259855-BE3B-48BD-9FEB-6C8D9DD7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54844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9E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" name="A-I-row-7-col-12-value-0">
            <a:extLst xmlns:a="http://schemas.openxmlformats.org/drawingml/2006/main">
              <a:ext uri="{FF2B5EF4-FFF2-40B4-BE49-F238E27FC236}">
                <a16:creationId xmlns:a16="http://schemas.microsoft.com/office/drawing/2014/main" id="{BC1093BB-6BE8-45C4-9B44-54BFEDA6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70" y="54844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8" name="A-I-row-7-col-13-value-0">
            <a:extLst xmlns:a="http://schemas.openxmlformats.org/drawingml/2006/main">
              <a:ext uri="{FF2B5EF4-FFF2-40B4-BE49-F238E27FC236}">
                <a16:creationId xmlns:a16="http://schemas.microsoft.com/office/drawing/2014/main" id="{F60531A5-82AD-4039-88E7-9DABCF89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54844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9" name="A-I-row-7-col-14-value-0">
            <a:extLst xmlns:a="http://schemas.openxmlformats.org/drawingml/2006/main">
              <a:ext uri="{FF2B5EF4-FFF2-40B4-BE49-F238E27FC236}">
                <a16:creationId xmlns:a16="http://schemas.microsoft.com/office/drawing/2014/main" id="{43FCF817-182A-41E1-91A3-6BAAD700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54844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" name="A-I-row-7-col-15-value-0">
            <a:extLst xmlns:a="http://schemas.openxmlformats.org/drawingml/2006/main">
              <a:ext uri="{FF2B5EF4-FFF2-40B4-BE49-F238E27FC236}">
                <a16:creationId xmlns:a16="http://schemas.microsoft.com/office/drawing/2014/main" id="{94D326D1-A4AA-4E41-A11C-2C2242E5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4844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" name="A-I-row-7-col-16-value-0">
            <a:extLst xmlns:a="http://schemas.openxmlformats.org/drawingml/2006/main">
              <a:ext uri="{FF2B5EF4-FFF2-40B4-BE49-F238E27FC236}">
                <a16:creationId xmlns:a16="http://schemas.microsoft.com/office/drawing/2014/main" id="{0D9A9EBE-03C0-4DC4-9D74-09296A6B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54844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" name="A-I-row-7-col-17-value-0">
            <a:extLst xmlns:a="http://schemas.openxmlformats.org/drawingml/2006/main">
              <a:ext uri="{FF2B5EF4-FFF2-40B4-BE49-F238E27FC236}">
                <a16:creationId xmlns:a16="http://schemas.microsoft.com/office/drawing/2014/main" id="{2915342F-006E-456D-96BD-4FDE03FD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54844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" name="A-I-row-7-col-18-value-0">
            <a:extLst xmlns:a="http://schemas.openxmlformats.org/drawingml/2006/main">
              <a:ext uri="{FF2B5EF4-FFF2-40B4-BE49-F238E27FC236}">
                <a16:creationId xmlns:a16="http://schemas.microsoft.com/office/drawing/2014/main" id="{EE01A121-38E5-463D-BC8B-DD490377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54844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" name="A-I-row-7-col-19-value-0">
            <a:extLst xmlns:a="http://schemas.openxmlformats.org/drawingml/2006/main">
              <a:ext uri="{FF2B5EF4-FFF2-40B4-BE49-F238E27FC236}">
                <a16:creationId xmlns:a16="http://schemas.microsoft.com/office/drawing/2014/main" id="{A9367559-DC3B-4099-A854-4086E5AB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54844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5" name="A-I-row-7-col-20-value-0">
            <a:extLst xmlns:a="http://schemas.openxmlformats.org/drawingml/2006/main">
              <a:ext uri="{FF2B5EF4-FFF2-40B4-BE49-F238E27FC236}">
                <a16:creationId xmlns:a16="http://schemas.microsoft.com/office/drawing/2014/main" id="{23B79477-8DA9-4774-BA62-3741FFC5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4844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" name="A-I-row-7-col-21-value-0">
            <a:extLst xmlns:a="http://schemas.openxmlformats.org/drawingml/2006/main">
              <a:ext uri="{FF2B5EF4-FFF2-40B4-BE49-F238E27FC236}">
                <a16:creationId xmlns:a16="http://schemas.microsoft.com/office/drawing/2014/main" id="{C678C463-A5D9-4A7B-9B8C-28F8990F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54844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A-I-row-7-col-22-value-0">
            <a:extLst xmlns:a="http://schemas.openxmlformats.org/drawingml/2006/main">
              <a:ext uri="{FF2B5EF4-FFF2-40B4-BE49-F238E27FC236}">
                <a16:creationId xmlns:a16="http://schemas.microsoft.com/office/drawing/2014/main" id="{8775ABE4-14A6-451F-8CC1-07440AC3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170" y="54844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" name="A-I-row-7-col-23-value-0">
            <a:extLst xmlns:a="http://schemas.openxmlformats.org/drawingml/2006/main">
              <a:ext uri="{FF2B5EF4-FFF2-40B4-BE49-F238E27FC236}">
                <a16:creationId xmlns:a16="http://schemas.microsoft.com/office/drawing/2014/main" id="{E6CFE5BC-7E6D-46C4-82E9-34D670AF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54844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" name="A-I-row-7-col-24-value-0">
            <a:extLst xmlns:a="http://schemas.openxmlformats.org/drawingml/2006/main">
              <a:ext uri="{FF2B5EF4-FFF2-40B4-BE49-F238E27FC236}">
                <a16:creationId xmlns:a16="http://schemas.microsoft.com/office/drawing/2014/main" id="{A1E79B19-205E-4993-A013-6AFA401D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990" y="54844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" name="A-I-row-7-col-25-value-0">
            <a:extLst xmlns:a="http://schemas.openxmlformats.org/drawingml/2006/main">
              <a:ext uri="{FF2B5EF4-FFF2-40B4-BE49-F238E27FC236}">
                <a16:creationId xmlns:a16="http://schemas.microsoft.com/office/drawing/2014/main" id="{ABEB4D15-223E-4805-B0DF-F69FEFA3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844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" name="A-I-row-7-col-26-value-0.6561471021293714">
            <a:extLst xmlns:a="http://schemas.openxmlformats.org/drawingml/2006/main">
              <a:ext uri="{FF2B5EF4-FFF2-40B4-BE49-F238E27FC236}">
                <a16:creationId xmlns:a16="http://schemas.microsoft.com/office/drawing/2014/main" id="{8A44E6BD-3DB0-4F54-B028-DDA1C048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54844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A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" name="A-I-row-7-col-27-value-0">
            <a:extLst xmlns:a="http://schemas.openxmlformats.org/drawingml/2006/main">
              <a:ext uri="{FF2B5EF4-FFF2-40B4-BE49-F238E27FC236}">
                <a16:creationId xmlns:a16="http://schemas.microsoft.com/office/drawing/2014/main" id="{4BC60AAC-4B35-4093-8681-0E4417DE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54844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3" name="A-I-row-7-col-28-value-0">
            <a:extLst xmlns:a="http://schemas.openxmlformats.org/drawingml/2006/main">
              <a:ext uri="{FF2B5EF4-FFF2-40B4-BE49-F238E27FC236}">
                <a16:creationId xmlns:a16="http://schemas.microsoft.com/office/drawing/2014/main" id="{8CD8568D-DA14-4D76-A747-566F9ABA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54844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" name="A-I-row-7-col-29-value-0">
            <a:extLst xmlns:a="http://schemas.openxmlformats.org/drawingml/2006/main">
              <a:ext uri="{FF2B5EF4-FFF2-40B4-BE49-F238E27FC236}">
                <a16:creationId xmlns:a16="http://schemas.microsoft.com/office/drawing/2014/main" id="{E4FAAD46-F4E7-4C2F-9386-D7C01C03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54844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" name="A-I-row-7-col-30-value-0">
            <a:extLst xmlns:a="http://schemas.openxmlformats.org/drawingml/2006/main">
              <a:ext uri="{FF2B5EF4-FFF2-40B4-BE49-F238E27FC236}">
                <a16:creationId xmlns:a16="http://schemas.microsoft.com/office/drawing/2014/main" id="{42996588-44FE-4D4E-8D20-2FDBF9F2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4844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" name="A-I-row-7-col-31-value-0">
            <a:extLst xmlns:a="http://schemas.openxmlformats.org/drawingml/2006/main">
              <a:ext uri="{FF2B5EF4-FFF2-40B4-BE49-F238E27FC236}">
                <a16:creationId xmlns:a16="http://schemas.microsoft.com/office/drawing/2014/main" id="{19C97429-8D7E-4A60-9684-481BD266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54844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7" name="A-I-row-7-col-32-value-0">
            <a:extLst xmlns:a="http://schemas.openxmlformats.org/drawingml/2006/main">
              <a:ext uri="{FF2B5EF4-FFF2-40B4-BE49-F238E27FC236}">
                <a16:creationId xmlns:a16="http://schemas.microsoft.com/office/drawing/2014/main" id="{492DF3AD-FA37-42A5-9730-66111E7C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54844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" name="A-I-row-7-col-33-value-0">
            <a:extLst xmlns:a="http://schemas.openxmlformats.org/drawingml/2006/main">
              <a:ext uri="{FF2B5EF4-FFF2-40B4-BE49-F238E27FC236}">
                <a16:creationId xmlns:a16="http://schemas.microsoft.com/office/drawing/2014/main" id="{E38FC496-5564-482E-BF85-280AB694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54844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" name="A-I-row-7-col-34-value-0">
            <a:extLst xmlns:a="http://schemas.openxmlformats.org/drawingml/2006/main">
              <a:ext uri="{FF2B5EF4-FFF2-40B4-BE49-F238E27FC236}">
                <a16:creationId xmlns:a16="http://schemas.microsoft.com/office/drawing/2014/main" id="{CE6AD03A-F4E1-4D58-BBC8-1E6A13F0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54844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" name="A-I-row-7-col-35-value-0">
            <a:extLst xmlns:a="http://schemas.openxmlformats.org/drawingml/2006/main">
              <a:ext uri="{FF2B5EF4-FFF2-40B4-BE49-F238E27FC236}">
                <a16:creationId xmlns:a16="http://schemas.microsoft.com/office/drawing/2014/main" id="{D83A034B-BE80-4506-8E03-D9AC059D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844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" name="A-I-row-8-col-0-value-0">
            <a:extLst xmlns:a="http://schemas.openxmlformats.org/drawingml/2006/main">
              <a:ext uri="{FF2B5EF4-FFF2-40B4-BE49-F238E27FC236}">
                <a16:creationId xmlns:a16="http://schemas.microsoft.com/office/drawing/2014/main" id="{5EB00D40-500D-4CF3-8927-53A356C2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5264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" name="A-I-row-8-col-1-value-0">
            <a:extLst xmlns:a="http://schemas.openxmlformats.org/drawingml/2006/main">
              <a:ext uri="{FF2B5EF4-FFF2-40B4-BE49-F238E27FC236}">
                <a16:creationId xmlns:a16="http://schemas.microsoft.com/office/drawing/2014/main" id="{ABFA5818-A16B-44A0-A286-867DE338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55264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" name="A-I-row-8-col-2-value-0">
            <a:extLst xmlns:a="http://schemas.openxmlformats.org/drawingml/2006/main">
              <a:ext uri="{FF2B5EF4-FFF2-40B4-BE49-F238E27FC236}">
                <a16:creationId xmlns:a16="http://schemas.microsoft.com/office/drawing/2014/main" id="{696D05B8-7FC7-4B4C-91B8-545B6774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970" y="55264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" name="A-I-row-8-col-3-value-0">
            <a:extLst xmlns:a="http://schemas.openxmlformats.org/drawingml/2006/main">
              <a:ext uri="{FF2B5EF4-FFF2-40B4-BE49-F238E27FC236}">
                <a16:creationId xmlns:a16="http://schemas.microsoft.com/office/drawing/2014/main" id="{C880D30A-863F-4BD5-9245-6BADA36F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55264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" name="A-I-row-8-col-4-value-0">
            <a:extLst xmlns:a="http://schemas.openxmlformats.org/drawingml/2006/main">
              <a:ext uri="{FF2B5EF4-FFF2-40B4-BE49-F238E27FC236}">
                <a16:creationId xmlns:a16="http://schemas.microsoft.com/office/drawing/2014/main" id="{84F2D756-0B2C-4E96-B2A7-1307F516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90" y="55264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" name="A-I-row-8-col-5-value-0">
            <a:extLst xmlns:a="http://schemas.openxmlformats.org/drawingml/2006/main">
              <a:ext uri="{FF2B5EF4-FFF2-40B4-BE49-F238E27FC236}">
                <a16:creationId xmlns:a16="http://schemas.microsoft.com/office/drawing/2014/main" id="{9EC0557D-8544-482A-A496-35EFDD2A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5264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" name="A-I-row-8-col-6-value-0">
            <a:extLst xmlns:a="http://schemas.openxmlformats.org/drawingml/2006/main">
              <a:ext uri="{FF2B5EF4-FFF2-40B4-BE49-F238E27FC236}">
                <a16:creationId xmlns:a16="http://schemas.microsoft.com/office/drawing/2014/main" id="{9450631D-A6AB-4E8F-9211-6DF1D60E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10" y="55264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" name="A-I-row-8-col-7-value-0.8992931736139399">
            <a:extLst xmlns:a="http://schemas.openxmlformats.org/drawingml/2006/main">
              <a:ext uri="{FF2B5EF4-FFF2-40B4-BE49-F238E27FC236}">
                <a16:creationId xmlns:a16="http://schemas.microsoft.com/office/drawing/2014/main" id="{2AD7F4B5-6DDC-4F48-BEA1-57E6650E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55264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4A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" name="A-I-row-8-col-8-value-0">
            <a:extLst xmlns:a="http://schemas.openxmlformats.org/drawingml/2006/main">
              <a:ext uri="{FF2B5EF4-FFF2-40B4-BE49-F238E27FC236}">
                <a16:creationId xmlns:a16="http://schemas.microsoft.com/office/drawing/2014/main" id="{8DBA8070-CD82-41FD-B4D0-007607A0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30" y="55264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" name="A-I-row-8-col-9-value-0.8829600957469437">
            <a:extLst xmlns:a="http://schemas.openxmlformats.org/drawingml/2006/main">
              <a:ext uri="{FF2B5EF4-FFF2-40B4-BE49-F238E27FC236}">
                <a16:creationId xmlns:a16="http://schemas.microsoft.com/office/drawing/2014/main" id="{A4FFD7AE-523C-4848-B993-B75186DA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40" y="55264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4E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" name="A-I-row-8-col-10-value-0.5933785192405401">
            <a:extLst xmlns:a="http://schemas.openxmlformats.org/drawingml/2006/main">
              <a:ext uri="{FF2B5EF4-FFF2-40B4-BE49-F238E27FC236}">
                <a16:creationId xmlns:a16="http://schemas.microsoft.com/office/drawing/2014/main" id="{606B8BF5-7074-43C5-9BA5-4B79A7F0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264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9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" name="A-I-row-8-col-11-value-0">
            <a:extLst xmlns:a="http://schemas.openxmlformats.org/drawingml/2006/main">
              <a:ext uri="{FF2B5EF4-FFF2-40B4-BE49-F238E27FC236}">
                <a16:creationId xmlns:a16="http://schemas.microsoft.com/office/drawing/2014/main" id="{C2EFA6D5-F47F-4E68-AF26-E28D31D2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55264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3" name="A-I-row-8-col-12-value-0">
            <a:extLst xmlns:a="http://schemas.openxmlformats.org/drawingml/2006/main">
              <a:ext uri="{FF2B5EF4-FFF2-40B4-BE49-F238E27FC236}">
                <a16:creationId xmlns:a16="http://schemas.microsoft.com/office/drawing/2014/main" id="{BE6002FB-5571-4DCA-8E70-67C9285B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70" y="55264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" name="A-I-row-8-col-13-value-0">
            <a:extLst xmlns:a="http://schemas.openxmlformats.org/drawingml/2006/main">
              <a:ext uri="{FF2B5EF4-FFF2-40B4-BE49-F238E27FC236}">
                <a16:creationId xmlns:a16="http://schemas.microsoft.com/office/drawing/2014/main" id="{8E1525BB-3381-4B89-B7B0-735E8647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55264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" name="A-I-row-8-col-14-value-0">
            <a:extLst xmlns:a="http://schemas.openxmlformats.org/drawingml/2006/main">
              <a:ext uri="{FF2B5EF4-FFF2-40B4-BE49-F238E27FC236}">
                <a16:creationId xmlns:a16="http://schemas.microsoft.com/office/drawing/2014/main" id="{FEE5A54A-06F8-4D4C-9E34-BC18D34E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55264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" name="A-I-row-8-col-15-value-0">
            <a:extLst xmlns:a="http://schemas.openxmlformats.org/drawingml/2006/main">
              <a:ext uri="{FF2B5EF4-FFF2-40B4-BE49-F238E27FC236}">
                <a16:creationId xmlns:a16="http://schemas.microsoft.com/office/drawing/2014/main" id="{8E287644-5871-4AE5-83D3-ECA2011A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5264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" name="A-I-row-8-col-16-value-0">
            <a:extLst xmlns:a="http://schemas.openxmlformats.org/drawingml/2006/main">
              <a:ext uri="{FF2B5EF4-FFF2-40B4-BE49-F238E27FC236}">
                <a16:creationId xmlns:a16="http://schemas.microsoft.com/office/drawing/2014/main" id="{DB040634-DF1B-401F-B312-4953938D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55264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8" name="A-I-row-8-col-17-value-0">
            <a:extLst xmlns:a="http://schemas.openxmlformats.org/drawingml/2006/main">
              <a:ext uri="{FF2B5EF4-FFF2-40B4-BE49-F238E27FC236}">
                <a16:creationId xmlns:a16="http://schemas.microsoft.com/office/drawing/2014/main" id="{92189086-2CEC-4926-AF06-15BA7345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55264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" name="A-I-row-8-col-18-value-0">
            <a:extLst xmlns:a="http://schemas.openxmlformats.org/drawingml/2006/main">
              <a:ext uri="{FF2B5EF4-FFF2-40B4-BE49-F238E27FC236}">
                <a16:creationId xmlns:a16="http://schemas.microsoft.com/office/drawing/2014/main" id="{5B68F9F6-CEED-4C01-B256-0C52200A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55264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" name="A-I-row-8-col-19-value-0">
            <a:extLst xmlns:a="http://schemas.openxmlformats.org/drawingml/2006/main">
              <a:ext uri="{FF2B5EF4-FFF2-40B4-BE49-F238E27FC236}">
                <a16:creationId xmlns:a16="http://schemas.microsoft.com/office/drawing/2014/main" id="{C107CB67-397A-40E6-8730-3DB3819C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55264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" name="A-I-row-8-col-20-value-0">
            <a:extLst xmlns:a="http://schemas.openxmlformats.org/drawingml/2006/main">
              <a:ext uri="{FF2B5EF4-FFF2-40B4-BE49-F238E27FC236}">
                <a16:creationId xmlns:a16="http://schemas.microsoft.com/office/drawing/2014/main" id="{AE3FC843-C6F4-4EFC-993F-5792D137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5264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" name="A-I-row-8-col-21-value-0">
            <a:extLst xmlns:a="http://schemas.openxmlformats.org/drawingml/2006/main">
              <a:ext uri="{FF2B5EF4-FFF2-40B4-BE49-F238E27FC236}">
                <a16:creationId xmlns:a16="http://schemas.microsoft.com/office/drawing/2014/main" id="{0D00E609-6167-4D8E-8381-403382F1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55264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" name="A-I-row-8-col-22-value-0">
            <a:extLst xmlns:a="http://schemas.openxmlformats.org/drawingml/2006/main">
              <a:ext uri="{FF2B5EF4-FFF2-40B4-BE49-F238E27FC236}">
                <a16:creationId xmlns:a16="http://schemas.microsoft.com/office/drawing/2014/main" id="{64A015C6-471E-4D73-B300-A4AEDC3D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170" y="55264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" name="A-I-row-8-col-23-value-0">
            <a:extLst xmlns:a="http://schemas.openxmlformats.org/drawingml/2006/main">
              <a:ext uri="{FF2B5EF4-FFF2-40B4-BE49-F238E27FC236}">
                <a16:creationId xmlns:a16="http://schemas.microsoft.com/office/drawing/2014/main" id="{13D5E9A7-CD1F-4EE0-8C0D-D66B4882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55264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" name="A-I-row-8-col-24-value-0">
            <a:extLst xmlns:a="http://schemas.openxmlformats.org/drawingml/2006/main">
              <a:ext uri="{FF2B5EF4-FFF2-40B4-BE49-F238E27FC236}">
                <a16:creationId xmlns:a16="http://schemas.microsoft.com/office/drawing/2014/main" id="{8803BB8A-9C71-4874-A35A-A0BC46D8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990" y="55264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" name="A-I-row-8-col-25-value-0">
            <a:extLst xmlns:a="http://schemas.openxmlformats.org/drawingml/2006/main">
              <a:ext uri="{FF2B5EF4-FFF2-40B4-BE49-F238E27FC236}">
                <a16:creationId xmlns:a16="http://schemas.microsoft.com/office/drawing/2014/main" id="{0B2684A5-0D1E-430E-8CA5-D2BB7BE7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5264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" name="A-I-row-8-col-26-value-0.6688769255535385">
            <a:extLst xmlns:a="http://schemas.openxmlformats.org/drawingml/2006/main">
              <a:ext uri="{FF2B5EF4-FFF2-40B4-BE49-F238E27FC236}">
                <a16:creationId xmlns:a16="http://schemas.microsoft.com/office/drawing/2014/main" id="{FD7F960E-4FCF-4EE4-A6EB-BEA6F336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55264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6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" name="A-I-row-8-col-27-value-0.6288810199902533">
            <a:extLst xmlns:a="http://schemas.openxmlformats.org/drawingml/2006/main">
              <a:ext uri="{FF2B5EF4-FFF2-40B4-BE49-F238E27FC236}">
                <a16:creationId xmlns:a16="http://schemas.microsoft.com/office/drawing/2014/main" id="{4E07CEDB-AE4B-475A-AAFE-15715FA5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55264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91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" name="A-I-row-8-col-28-value-0">
            <a:extLst xmlns:a="http://schemas.openxmlformats.org/drawingml/2006/main">
              <a:ext uri="{FF2B5EF4-FFF2-40B4-BE49-F238E27FC236}">
                <a16:creationId xmlns:a16="http://schemas.microsoft.com/office/drawing/2014/main" id="{D8EFE664-FAD0-4FAB-8398-4F6070F5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55264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" name="A-I-row-8-col-29-value-0">
            <a:extLst xmlns:a="http://schemas.openxmlformats.org/drawingml/2006/main">
              <a:ext uri="{FF2B5EF4-FFF2-40B4-BE49-F238E27FC236}">
                <a16:creationId xmlns:a16="http://schemas.microsoft.com/office/drawing/2014/main" id="{82320B04-E995-4A25-B6D0-C61BC2FA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55264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" name="A-I-row-8-col-30-value-0">
            <a:extLst xmlns:a="http://schemas.openxmlformats.org/drawingml/2006/main">
              <a:ext uri="{FF2B5EF4-FFF2-40B4-BE49-F238E27FC236}">
                <a16:creationId xmlns:a16="http://schemas.microsoft.com/office/drawing/2014/main" id="{8C0D8A86-5450-406C-8E6F-70B62C2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264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" name="A-I-row-8-col-31-value-0">
            <a:extLst xmlns:a="http://schemas.openxmlformats.org/drawingml/2006/main">
              <a:ext uri="{FF2B5EF4-FFF2-40B4-BE49-F238E27FC236}">
                <a16:creationId xmlns:a16="http://schemas.microsoft.com/office/drawing/2014/main" id="{45F5B702-31C3-4EF1-8A60-91413644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55264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" name="A-I-row-8-col-32-value-0">
            <a:extLst xmlns:a="http://schemas.openxmlformats.org/drawingml/2006/main">
              <a:ext uri="{FF2B5EF4-FFF2-40B4-BE49-F238E27FC236}">
                <a16:creationId xmlns:a16="http://schemas.microsoft.com/office/drawing/2014/main" id="{996875E5-3EFE-4946-82C2-B0405A08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55264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" name="A-I-row-8-col-33-value-0">
            <a:extLst xmlns:a="http://schemas.openxmlformats.org/drawingml/2006/main">
              <a:ext uri="{FF2B5EF4-FFF2-40B4-BE49-F238E27FC236}">
                <a16:creationId xmlns:a16="http://schemas.microsoft.com/office/drawing/2014/main" id="{B968B8A3-961C-4D25-AD70-01CD5830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55264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" name="A-I-row-8-col-34-value-0">
            <a:extLst xmlns:a="http://schemas.openxmlformats.org/drawingml/2006/main">
              <a:ext uri="{FF2B5EF4-FFF2-40B4-BE49-F238E27FC236}">
                <a16:creationId xmlns:a16="http://schemas.microsoft.com/office/drawing/2014/main" id="{539D8E76-1235-4E07-8542-90E30CE2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55264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" name="A-I-row-8-col-35-value-0">
            <a:extLst xmlns:a="http://schemas.openxmlformats.org/drawingml/2006/main">
              <a:ext uri="{FF2B5EF4-FFF2-40B4-BE49-F238E27FC236}">
                <a16:creationId xmlns:a16="http://schemas.microsoft.com/office/drawing/2014/main" id="{CB47A66F-C709-4F9E-803C-2D69E2C7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5264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" name="A-I-row-9-col-0-value-0">
            <a:extLst xmlns:a="http://schemas.openxmlformats.org/drawingml/2006/main">
              <a:ext uri="{FF2B5EF4-FFF2-40B4-BE49-F238E27FC236}">
                <a16:creationId xmlns:a16="http://schemas.microsoft.com/office/drawing/2014/main" id="{2DBAD822-7BB3-47E0-9EE1-1F0A7DAB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5683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" name="A-I-row-9-col-1-value-0">
            <a:extLst xmlns:a="http://schemas.openxmlformats.org/drawingml/2006/main">
              <a:ext uri="{FF2B5EF4-FFF2-40B4-BE49-F238E27FC236}">
                <a16:creationId xmlns:a16="http://schemas.microsoft.com/office/drawing/2014/main" id="{06336ECE-7914-4653-A234-D9BA7118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55683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" name="A-I-row-9-col-2-value-0">
            <a:extLst xmlns:a="http://schemas.openxmlformats.org/drawingml/2006/main">
              <a:ext uri="{FF2B5EF4-FFF2-40B4-BE49-F238E27FC236}">
                <a16:creationId xmlns:a16="http://schemas.microsoft.com/office/drawing/2014/main" id="{A6C57089-DC2B-42F5-9B77-54FEAC64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970" y="55683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" name="A-I-row-9-col-3-value-0">
            <a:extLst xmlns:a="http://schemas.openxmlformats.org/drawingml/2006/main">
              <a:ext uri="{FF2B5EF4-FFF2-40B4-BE49-F238E27FC236}">
                <a16:creationId xmlns:a16="http://schemas.microsoft.com/office/drawing/2014/main" id="{BF35B6CA-261A-4A72-9E24-CD001D4C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55683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" name="A-I-row-9-col-4-value-0">
            <a:extLst xmlns:a="http://schemas.openxmlformats.org/drawingml/2006/main">
              <a:ext uri="{FF2B5EF4-FFF2-40B4-BE49-F238E27FC236}">
                <a16:creationId xmlns:a16="http://schemas.microsoft.com/office/drawing/2014/main" id="{699BEE82-1BA8-4EA0-A64C-BF752207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90" y="55683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" name="A-I-row-9-col-5-value-0">
            <a:extLst xmlns:a="http://schemas.openxmlformats.org/drawingml/2006/main">
              <a:ext uri="{FF2B5EF4-FFF2-40B4-BE49-F238E27FC236}">
                <a16:creationId xmlns:a16="http://schemas.microsoft.com/office/drawing/2014/main" id="{191BCC5B-1656-4CAB-9258-837EF023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5683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" name="A-I-row-9-col-6-value-0">
            <a:extLst xmlns:a="http://schemas.openxmlformats.org/drawingml/2006/main">
              <a:ext uri="{FF2B5EF4-FFF2-40B4-BE49-F238E27FC236}">
                <a16:creationId xmlns:a16="http://schemas.microsoft.com/office/drawing/2014/main" id="{2405F770-B8E4-4FFF-AC01-F6DBDA6F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10" y="55683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" name="A-I-row-9-col-7-value-0.7629980201213511">
            <a:extLst xmlns:a="http://schemas.openxmlformats.org/drawingml/2006/main">
              <a:ext uri="{FF2B5EF4-FFF2-40B4-BE49-F238E27FC236}">
                <a16:creationId xmlns:a16="http://schemas.microsoft.com/office/drawing/2014/main" id="{8319EAE9-FAC3-403E-82B6-16B75A19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55683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" name="A-I-row-9-col-8-value-0.8829600957469437">
            <a:extLst xmlns:a="http://schemas.openxmlformats.org/drawingml/2006/main">
              <a:ext uri="{FF2B5EF4-FFF2-40B4-BE49-F238E27FC236}">
                <a16:creationId xmlns:a16="http://schemas.microsoft.com/office/drawing/2014/main" id="{0B7F7FAC-3571-4624-A49B-E51E8A06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30" y="55683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4E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6" name="A-I-row-9-col-9-value-0">
            <a:extLst xmlns:a="http://schemas.openxmlformats.org/drawingml/2006/main">
              <a:ext uri="{FF2B5EF4-FFF2-40B4-BE49-F238E27FC236}">
                <a16:creationId xmlns:a16="http://schemas.microsoft.com/office/drawing/2014/main" id="{2C7BA26C-19AC-459B-AAD4-5B1E27D1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40" y="55683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7" name="A-I-row-9-col-10-value-0">
            <a:extLst xmlns:a="http://schemas.openxmlformats.org/drawingml/2006/main">
              <a:ext uri="{FF2B5EF4-FFF2-40B4-BE49-F238E27FC236}">
                <a16:creationId xmlns:a16="http://schemas.microsoft.com/office/drawing/2014/main" id="{DBFF2DE4-BCAE-4238-9B8A-D3FA8E92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683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8" name="A-I-row-9-col-11-value-0">
            <a:extLst xmlns:a="http://schemas.openxmlformats.org/drawingml/2006/main">
              <a:ext uri="{FF2B5EF4-FFF2-40B4-BE49-F238E27FC236}">
                <a16:creationId xmlns:a16="http://schemas.microsoft.com/office/drawing/2014/main" id="{6C7700DC-C56D-40E9-963F-4BE784EA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55683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9" name="A-I-row-9-col-12-value-0">
            <a:extLst xmlns:a="http://schemas.openxmlformats.org/drawingml/2006/main">
              <a:ext uri="{FF2B5EF4-FFF2-40B4-BE49-F238E27FC236}">
                <a16:creationId xmlns:a16="http://schemas.microsoft.com/office/drawing/2014/main" id="{07A0BF22-61E0-4285-8173-00F641CD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70" y="55683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0" name="A-I-row-9-col-13-value-0">
            <a:extLst xmlns:a="http://schemas.openxmlformats.org/drawingml/2006/main">
              <a:ext uri="{FF2B5EF4-FFF2-40B4-BE49-F238E27FC236}">
                <a16:creationId xmlns:a16="http://schemas.microsoft.com/office/drawing/2014/main" id="{52B1BE46-2361-44CB-94E3-6D0DDC6C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55683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1" name="A-I-row-9-col-14-value-0">
            <a:extLst xmlns:a="http://schemas.openxmlformats.org/drawingml/2006/main">
              <a:ext uri="{FF2B5EF4-FFF2-40B4-BE49-F238E27FC236}">
                <a16:creationId xmlns:a16="http://schemas.microsoft.com/office/drawing/2014/main" id="{C809E68F-CD62-4BE7-8E18-576237BD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55683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2" name="A-I-row-9-col-15-value-0">
            <a:extLst xmlns:a="http://schemas.openxmlformats.org/drawingml/2006/main">
              <a:ext uri="{FF2B5EF4-FFF2-40B4-BE49-F238E27FC236}">
                <a16:creationId xmlns:a16="http://schemas.microsoft.com/office/drawing/2014/main" id="{C7DB8F6E-061B-4252-BFE7-F9C2ECE7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5683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3" name="A-I-row-9-col-16-value-0">
            <a:extLst xmlns:a="http://schemas.openxmlformats.org/drawingml/2006/main">
              <a:ext uri="{FF2B5EF4-FFF2-40B4-BE49-F238E27FC236}">
                <a16:creationId xmlns:a16="http://schemas.microsoft.com/office/drawing/2014/main" id="{2894D452-01A7-4BA6-8E54-A29C95FF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55683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4" name="A-I-row-9-col-17-value-0">
            <a:extLst xmlns:a="http://schemas.openxmlformats.org/drawingml/2006/main">
              <a:ext uri="{FF2B5EF4-FFF2-40B4-BE49-F238E27FC236}">
                <a16:creationId xmlns:a16="http://schemas.microsoft.com/office/drawing/2014/main" id="{DFFFE72C-953D-4693-A174-CD816FC7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55683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5" name="A-I-row-9-col-18-value-0">
            <a:extLst xmlns:a="http://schemas.openxmlformats.org/drawingml/2006/main">
              <a:ext uri="{FF2B5EF4-FFF2-40B4-BE49-F238E27FC236}">
                <a16:creationId xmlns:a16="http://schemas.microsoft.com/office/drawing/2014/main" id="{116F7D7D-4DD2-4EED-8487-769B7B9C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55683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6" name="A-I-row-9-col-19-value-0">
            <a:extLst xmlns:a="http://schemas.openxmlformats.org/drawingml/2006/main">
              <a:ext uri="{FF2B5EF4-FFF2-40B4-BE49-F238E27FC236}">
                <a16:creationId xmlns:a16="http://schemas.microsoft.com/office/drawing/2014/main" id="{C7E52327-DD3A-4249-9890-51FAA794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55683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7" name="A-I-row-9-col-20-value-0">
            <a:extLst xmlns:a="http://schemas.openxmlformats.org/drawingml/2006/main">
              <a:ext uri="{FF2B5EF4-FFF2-40B4-BE49-F238E27FC236}">
                <a16:creationId xmlns:a16="http://schemas.microsoft.com/office/drawing/2014/main" id="{C1B57525-E72A-4200-8F66-31FE38F4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5683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8" name="A-I-row-9-col-21-value-0">
            <a:extLst xmlns:a="http://schemas.openxmlformats.org/drawingml/2006/main">
              <a:ext uri="{FF2B5EF4-FFF2-40B4-BE49-F238E27FC236}">
                <a16:creationId xmlns:a16="http://schemas.microsoft.com/office/drawing/2014/main" id="{D326967C-A9F0-459B-85AF-EDCBDFD2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55683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9" name="A-I-row-9-col-22-value-0">
            <a:extLst xmlns:a="http://schemas.openxmlformats.org/drawingml/2006/main">
              <a:ext uri="{FF2B5EF4-FFF2-40B4-BE49-F238E27FC236}">
                <a16:creationId xmlns:a16="http://schemas.microsoft.com/office/drawing/2014/main" id="{AD293771-1D0D-47E8-AE6A-E629641A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170" y="55683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0" name="A-I-row-9-col-23-value-0">
            <a:extLst xmlns:a="http://schemas.openxmlformats.org/drawingml/2006/main">
              <a:ext uri="{FF2B5EF4-FFF2-40B4-BE49-F238E27FC236}">
                <a16:creationId xmlns:a16="http://schemas.microsoft.com/office/drawing/2014/main" id="{E2ECAF64-65C3-49BA-8670-E41DA8C8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55683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1" name="A-I-row-9-col-24-value-0">
            <a:extLst xmlns:a="http://schemas.openxmlformats.org/drawingml/2006/main">
              <a:ext uri="{FF2B5EF4-FFF2-40B4-BE49-F238E27FC236}">
                <a16:creationId xmlns:a16="http://schemas.microsoft.com/office/drawing/2014/main" id="{F0F591F8-C435-4DC2-ADA5-51CB9B19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990" y="55683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2" name="A-I-row-9-col-25-value-0">
            <a:extLst xmlns:a="http://schemas.openxmlformats.org/drawingml/2006/main">
              <a:ext uri="{FF2B5EF4-FFF2-40B4-BE49-F238E27FC236}">
                <a16:creationId xmlns:a16="http://schemas.microsoft.com/office/drawing/2014/main" id="{9035EAEC-77B6-4B0E-B035-10C296D3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5683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3" name="A-I-row-9-col-26-value-0">
            <a:extLst xmlns:a="http://schemas.openxmlformats.org/drawingml/2006/main">
              <a:ext uri="{FF2B5EF4-FFF2-40B4-BE49-F238E27FC236}">
                <a16:creationId xmlns:a16="http://schemas.microsoft.com/office/drawing/2014/main" id="{A6636276-73A1-42F7-9331-023166BB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55683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" name="A-I-row-9-col-27-value-0">
            <a:extLst xmlns:a="http://schemas.openxmlformats.org/drawingml/2006/main">
              <a:ext uri="{FF2B5EF4-FFF2-40B4-BE49-F238E27FC236}">
                <a16:creationId xmlns:a16="http://schemas.microsoft.com/office/drawing/2014/main" id="{6FCC9435-EBC6-4FF4-A0BF-C88C2BE8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55683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5" name="A-I-row-9-col-28-value-0">
            <a:extLst xmlns:a="http://schemas.openxmlformats.org/drawingml/2006/main">
              <a:ext uri="{FF2B5EF4-FFF2-40B4-BE49-F238E27FC236}">
                <a16:creationId xmlns:a16="http://schemas.microsoft.com/office/drawing/2014/main" id="{3607807E-1F61-4F22-B016-76522144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55683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6" name="A-I-row-9-col-29-value-0">
            <a:extLst xmlns:a="http://schemas.openxmlformats.org/drawingml/2006/main">
              <a:ext uri="{FF2B5EF4-FFF2-40B4-BE49-F238E27FC236}">
                <a16:creationId xmlns:a16="http://schemas.microsoft.com/office/drawing/2014/main" id="{F7AEAE38-1A9E-44C2-9E4A-2C9B5DD9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55683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7" name="A-I-row-9-col-30-value-0">
            <a:extLst xmlns:a="http://schemas.openxmlformats.org/drawingml/2006/main">
              <a:ext uri="{FF2B5EF4-FFF2-40B4-BE49-F238E27FC236}">
                <a16:creationId xmlns:a16="http://schemas.microsoft.com/office/drawing/2014/main" id="{5ED70207-2980-489D-BCE5-C0A0ED29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683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" name="A-I-row-9-col-31-value-0">
            <a:extLst xmlns:a="http://schemas.openxmlformats.org/drawingml/2006/main">
              <a:ext uri="{FF2B5EF4-FFF2-40B4-BE49-F238E27FC236}">
                <a16:creationId xmlns:a16="http://schemas.microsoft.com/office/drawing/2014/main" id="{F75ABB5A-6BD0-4B8B-9CD7-B88D09BD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55683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9" name="A-I-row-9-col-32-value-0">
            <a:extLst xmlns:a="http://schemas.openxmlformats.org/drawingml/2006/main">
              <a:ext uri="{FF2B5EF4-FFF2-40B4-BE49-F238E27FC236}">
                <a16:creationId xmlns:a16="http://schemas.microsoft.com/office/drawing/2014/main" id="{6F23738D-93F5-42B0-BCBC-47A90A29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55683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" name="A-I-row-9-col-33-value-0">
            <a:extLst xmlns:a="http://schemas.openxmlformats.org/drawingml/2006/main">
              <a:ext uri="{FF2B5EF4-FFF2-40B4-BE49-F238E27FC236}">
                <a16:creationId xmlns:a16="http://schemas.microsoft.com/office/drawing/2014/main" id="{B405D0CE-7567-427A-A6B7-584E656A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55683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1" name="A-I-row-9-col-34-value-0">
            <a:extLst xmlns:a="http://schemas.openxmlformats.org/drawingml/2006/main">
              <a:ext uri="{FF2B5EF4-FFF2-40B4-BE49-F238E27FC236}">
                <a16:creationId xmlns:a16="http://schemas.microsoft.com/office/drawing/2014/main" id="{2A2C6053-363B-4647-8494-774B8823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55683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2" name="A-I-row-9-col-35-value-0">
            <a:extLst xmlns:a="http://schemas.openxmlformats.org/drawingml/2006/main">
              <a:ext uri="{FF2B5EF4-FFF2-40B4-BE49-F238E27FC236}">
                <a16:creationId xmlns:a16="http://schemas.microsoft.com/office/drawing/2014/main" id="{6D6C1E0F-4896-4AAC-A369-48213817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5683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3" name="A-I-row-10-col-0-value-0">
            <a:extLst xmlns:a="http://schemas.openxmlformats.org/drawingml/2006/main">
              <a:ext uri="{FF2B5EF4-FFF2-40B4-BE49-F238E27FC236}">
                <a16:creationId xmlns:a16="http://schemas.microsoft.com/office/drawing/2014/main" id="{16D39E06-2517-4FAA-9781-846B70EB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6102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4" name="A-I-row-10-col-1-value-0">
            <a:extLst xmlns:a="http://schemas.openxmlformats.org/drawingml/2006/main">
              <a:ext uri="{FF2B5EF4-FFF2-40B4-BE49-F238E27FC236}">
                <a16:creationId xmlns:a16="http://schemas.microsoft.com/office/drawing/2014/main" id="{E3613C3F-C049-41AA-BC6D-83DA59D0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56102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5" name="A-I-row-10-col-2-value-0">
            <a:extLst xmlns:a="http://schemas.openxmlformats.org/drawingml/2006/main">
              <a:ext uri="{FF2B5EF4-FFF2-40B4-BE49-F238E27FC236}">
                <a16:creationId xmlns:a16="http://schemas.microsoft.com/office/drawing/2014/main" id="{894CBDCB-2E87-4CFE-AD99-DD7AAEB9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970" y="56102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6" name="A-I-row-10-col-3-value-0">
            <a:extLst xmlns:a="http://schemas.openxmlformats.org/drawingml/2006/main">
              <a:ext uri="{FF2B5EF4-FFF2-40B4-BE49-F238E27FC236}">
                <a16:creationId xmlns:a16="http://schemas.microsoft.com/office/drawing/2014/main" id="{67F4E647-BA4D-4308-B762-E7A2D4B4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56102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7" name="A-I-row-10-col-4-value-0">
            <a:extLst xmlns:a="http://schemas.openxmlformats.org/drawingml/2006/main">
              <a:ext uri="{FF2B5EF4-FFF2-40B4-BE49-F238E27FC236}">
                <a16:creationId xmlns:a16="http://schemas.microsoft.com/office/drawing/2014/main" id="{1CAFBAD8-0226-4EA3-972B-57B2BCA0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90" y="56102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8" name="A-I-row-10-col-5-value-0">
            <a:extLst xmlns:a="http://schemas.openxmlformats.org/drawingml/2006/main">
              <a:ext uri="{FF2B5EF4-FFF2-40B4-BE49-F238E27FC236}">
                <a16:creationId xmlns:a16="http://schemas.microsoft.com/office/drawing/2014/main" id="{40B840A5-D756-4A10-869B-9C011726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6102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9" name="A-I-row-10-col-6-value-0.7307728947946595">
            <a:extLst xmlns:a="http://schemas.openxmlformats.org/drawingml/2006/main">
              <a:ext uri="{FF2B5EF4-FFF2-40B4-BE49-F238E27FC236}">
                <a16:creationId xmlns:a16="http://schemas.microsoft.com/office/drawing/2014/main" id="{005326B9-1861-473C-A3D0-7BDD8D14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10" y="56102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5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" name="A-I-row-10-col-7-value-0.6988909263565746">
            <a:extLst xmlns:a="http://schemas.openxmlformats.org/drawingml/2006/main">
              <a:ext uri="{FF2B5EF4-FFF2-40B4-BE49-F238E27FC236}">
                <a16:creationId xmlns:a16="http://schemas.microsoft.com/office/drawing/2014/main" id="{416891CD-7B17-4B86-836A-3CC30A35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56102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" name="A-I-row-10-col-8-value-0.5933785192405401">
            <a:extLst xmlns:a="http://schemas.openxmlformats.org/drawingml/2006/main">
              <a:ext uri="{FF2B5EF4-FFF2-40B4-BE49-F238E27FC236}">
                <a16:creationId xmlns:a16="http://schemas.microsoft.com/office/drawing/2014/main" id="{0A1EC6F5-9769-49E1-9B85-E4A63017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30" y="56102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9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2" name="A-I-row-10-col-9-value-0">
            <a:extLst xmlns:a="http://schemas.openxmlformats.org/drawingml/2006/main">
              <a:ext uri="{FF2B5EF4-FFF2-40B4-BE49-F238E27FC236}">
                <a16:creationId xmlns:a16="http://schemas.microsoft.com/office/drawing/2014/main" id="{BDE18396-FBD0-4EAE-8BB1-7B4E790C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40" y="56102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3" name="A-I-row-10-col-10-value-0">
            <a:extLst xmlns:a="http://schemas.openxmlformats.org/drawingml/2006/main">
              <a:ext uri="{FF2B5EF4-FFF2-40B4-BE49-F238E27FC236}">
                <a16:creationId xmlns:a16="http://schemas.microsoft.com/office/drawing/2014/main" id="{52B4FC28-813F-4DDD-8B4A-23061020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6102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4" name="A-I-row-10-col-11-value-0.7672939030782968">
            <a:extLst xmlns:a="http://schemas.openxmlformats.org/drawingml/2006/main">
              <a:ext uri="{FF2B5EF4-FFF2-40B4-BE49-F238E27FC236}">
                <a16:creationId xmlns:a16="http://schemas.microsoft.com/office/drawing/2014/main" id="{D3F14DB9-4694-4104-841D-C6C869FD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56102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C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5" name="A-I-row-10-col-12-value-0.6054616083508887">
            <a:extLst xmlns:a="http://schemas.openxmlformats.org/drawingml/2006/main">
              <a:ext uri="{FF2B5EF4-FFF2-40B4-BE49-F238E27FC236}">
                <a16:creationId xmlns:a16="http://schemas.microsoft.com/office/drawing/2014/main" id="{8E0AC03E-331D-4130-BE78-BB3A2C3B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70" y="56102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9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6" name="A-I-row-10-col-13-value-0">
            <a:extLst xmlns:a="http://schemas.openxmlformats.org/drawingml/2006/main">
              <a:ext uri="{FF2B5EF4-FFF2-40B4-BE49-F238E27FC236}">
                <a16:creationId xmlns:a16="http://schemas.microsoft.com/office/drawing/2014/main" id="{F0048604-DE6C-41CD-807C-D8FE1732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56102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7" name="A-I-row-10-col-14-value-0">
            <a:extLst xmlns:a="http://schemas.openxmlformats.org/drawingml/2006/main">
              <a:ext uri="{FF2B5EF4-FFF2-40B4-BE49-F238E27FC236}">
                <a16:creationId xmlns:a16="http://schemas.microsoft.com/office/drawing/2014/main" id="{C9C1330B-BCF9-4417-ADDB-1ADEAFE6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56102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8" name="A-I-row-10-col-15-value-0">
            <a:extLst xmlns:a="http://schemas.openxmlformats.org/drawingml/2006/main">
              <a:ext uri="{FF2B5EF4-FFF2-40B4-BE49-F238E27FC236}">
                <a16:creationId xmlns:a16="http://schemas.microsoft.com/office/drawing/2014/main" id="{37151014-7E0F-4AC9-AF5C-672FCB28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6102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9" name="A-I-row-10-col-16-value-0">
            <a:extLst xmlns:a="http://schemas.openxmlformats.org/drawingml/2006/main">
              <a:ext uri="{FF2B5EF4-FFF2-40B4-BE49-F238E27FC236}">
                <a16:creationId xmlns:a16="http://schemas.microsoft.com/office/drawing/2014/main" id="{47E1F61C-D347-4EEE-AFE4-EEC1EB05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56102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0" name="A-I-row-10-col-17-value-0">
            <a:extLst xmlns:a="http://schemas.openxmlformats.org/drawingml/2006/main">
              <a:ext uri="{FF2B5EF4-FFF2-40B4-BE49-F238E27FC236}">
                <a16:creationId xmlns:a16="http://schemas.microsoft.com/office/drawing/2014/main" id="{80F9A882-7511-48F2-BD45-387F9B1E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56102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1" name="A-I-row-10-col-18-value-0">
            <a:extLst xmlns:a="http://schemas.openxmlformats.org/drawingml/2006/main">
              <a:ext uri="{FF2B5EF4-FFF2-40B4-BE49-F238E27FC236}">
                <a16:creationId xmlns:a16="http://schemas.microsoft.com/office/drawing/2014/main" id="{069A2432-DCA7-45E5-90D5-6FC36D9F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56102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2" name="A-I-row-10-col-19-value-0">
            <a:extLst xmlns:a="http://schemas.openxmlformats.org/drawingml/2006/main">
              <a:ext uri="{FF2B5EF4-FFF2-40B4-BE49-F238E27FC236}">
                <a16:creationId xmlns:a16="http://schemas.microsoft.com/office/drawing/2014/main" id="{BB2C6F4D-579F-4C08-929E-FED724EC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56102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3" name="A-I-row-10-col-20-value-0">
            <a:extLst xmlns:a="http://schemas.openxmlformats.org/drawingml/2006/main">
              <a:ext uri="{FF2B5EF4-FFF2-40B4-BE49-F238E27FC236}">
                <a16:creationId xmlns:a16="http://schemas.microsoft.com/office/drawing/2014/main" id="{45AF9B30-F370-415D-9692-A3D93C6A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6102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4" name="A-I-row-10-col-21-value-0">
            <a:extLst xmlns:a="http://schemas.openxmlformats.org/drawingml/2006/main">
              <a:ext uri="{FF2B5EF4-FFF2-40B4-BE49-F238E27FC236}">
                <a16:creationId xmlns:a16="http://schemas.microsoft.com/office/drawing/2014/main" id="{DCF72011-1EC1-4EFA-AC76-F9B5EEE9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56102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5" name="A-I-row-10-col-22-value-0">
            <a:extLst xmlns:a="http://schemas.openxmlformats.org/drawingml/2006/main">
              <a:ext uri="{FF2B5EF4-FFF2-40B4-BE49-F238E27FC236}">
                <a16:creationId xmlns:a16="http://schemas.microsoft.com/office/drawing/2014/main" id="{26AA5EDC-3715-457E-81F4-01E0ED79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170" y="56102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6" name="A-I-row-10-col-23-value-0">
            <a:extLst xmlns:a="http://schemas.openxmlformats.org/drawingml/2006/main">
              <a:ext uri="{FF2B5EF4-FFF2-40B4-BE49-F238E27FC236}">
                <a16:creationId xmlns:a16="http://schemas.microsoft.com/office/drawing/2014/main" id="{45C9ABD5-1E56-49B0-80DB-FFBA62A1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56102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7" name="A-I-row-10-col-24-value-0">
            <a:extLst xmlns:a="http://schemas.openxmlformats.org/drawingml/2006/main">
              <a:ext uri="{FF2B5EF4-FFF2-40B4-BE49-F238E27FC236}">
                <a16:creationId xmlns:a16="http://schemas.microsoft.com/office/drawing/2014/main" id="{F4ACE48B-6112-486A-88E9-F57D0A45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990" y="56102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8" name="A-I-row-10-col-25-value-0">
            <a:extLst xmlns:a="http://schemas.openxmlformats.org/drawingml/2006/main">
              <a:ext uri="{FF2B5EF4-FFF2-40B4-BE49-F238E27FC236}">
                <a16:creationId xmlns:a16="http://schemas.microsoft.com/office/drawing/2014/main" id="{97995892-4A5A-443D-A053-935702D2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6102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9" name="A-I-row-10-col-26-value-0.5935697528686218">
            <a:extLst xmlns:a="http://schemas.openxmlformats.org/drawingml/2006/main">
              <a:ext uri="{FF2B5EF4-FFF2-40B4-BE49-F238E27FC236}">
                <a16:creationId xmlns:a16="http://schemas.microsoft.com/office/drawing/2014/main" id="{9180D5CB-C947-4312-B44C-0543C694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56102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9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0" name="A-I-row-10-col-27-value-0">
            <a:extLst xmlns:a="http://schemas.openxmlformats.org/drawingml/2006/main">
              <a:ext uri="{FF2B5EF4-FFF2-40B4-BE49-F238E27FC236}">
                <a16:creationId xmlns:a16="http://schemas.microsoft.com/office/drawing/2014/main" id="{9694F4B7-5BB5-4596-89AD-5E3E729C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56102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1" name="A-I-row-10-col-28-value-0">
            <a:extLst xmlns:a="http://schemas.openxmlformats.org/drawingml/2006/main">
              <a:ext uri="{FF2B5EF4-FFF2-40B4-BE49-F238E27FC236}">
                <a16:creationId xmlns:a16="http://schemas.microsoft.com/office/drawing/2014/main" id="{556340B5-AA22-44F9-AA87-F32F8214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56102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2" name="A-I-row-10-col-29-value-0">
            <a:extLst xmlns:a="http://schemas.openxmlformats.org/drawingml/2006/main">
              <a:ext uri="{FF2B5EF4-FFF2-40B4-BE49-F238E27FC236}">
                <a16:creationId xmlns:a16="http://schemas.microsoft.com/office/drawing/2014/main" id="{A452EF9E-7194-43B6-9AB1-EA1B044D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56102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3" name="A-I-row-10-col-30-value-0">
            <a:extLst xmlns:a="http://schemas.openxmlformats.org/drawingml/2006/main">
              <a:ext uri="{FF2B5EF4-FFF2-40B4-BE49-F238E27FC236}">
                <a16:creationId xmlns:a16="http://schemas.microsoft.com/office/drawing/2014/main" id="{0FB71120-3849-4465-B252-D41C0A47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6102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4" name="A-I-row-10-col-31-value-0">
            <a:extLst xmlns:a="http://schemas.openxmlformats.org/drawingml/2006/main">
              <a:ext uri="{FF2B5EF4-FFF2-40B4-BE49-F238E27FC236}">
                <a16:creationId xmlns:a16="http://schemas.microsoft.com/office/drawing/2014/main" id="{8D5F74EB-05A8-4DD6-831C-502472A9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56102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5" name="A-I-row-10-col-32-value-0">
            <a:extLst xmlns:a="http://schemas.openxmlformats.org/drawingml/2006/main">
              <a:ext uri="{FF2B5EF4-FFF2-40B4-BE49-F238E27FC236}">
                <a16:creationId xmlns:a16="http://schemas.microsoft.com/office/drawing/2014/main" id="{E020B4FA-2A46-4D77-A836-5574717C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56102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6" name="A-I-row-10-col-33-value-0">
            <a:extLst xmlns:a="http://schemas.openxmlformats.org/drawingml/2006/main">
              <a:ext uri="{FF2B5EF4-FFF2-40B4-BE49-F238E27FC236}">
                <a16:creationId xmlns:a16="http://schemas.microsoft.com/office/drawing/2014/main" id="{531B01FF-4DA4-41C7-BEAD-5F38825F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56102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7" name="A-I-row-10-col-34-value-0">
            <a:extLst xmlns:a="http://schemas.openxmlformats.org/drawingml/2006/main">
              <a:ext uri="{FF2B5EF4-FFF2-40B4-BE49-F238E27FC236}">
                <a16:creationId xmlns:a16="http://schemas.microsoft.com/office/drawing/2014/main" id="{9B55EECB-8D35-4270-BB7C-B1403CD8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56102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8" name="A-I-row-10-col-35-value-0">
            <a:extLst xmlns:a="http://schemas.openxmlformats.org/drawingml/2006/main">
              <a:ext uri="{FF2B5EF4-FFF2-40B4-BE49-F238E27FC236}">
                <a16:creationId xmlns:a16="http://schemas.microsoft.com/office/drawing/2014/main" id="{E0596E74-1FD2-4D0D-8B17-6A6D9DFE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102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9" name="A-I-row-11-col-0-value-0">
            <a:extLst xmlns:a="http://schemas.openxmlformats.org/drawingml/2006/main">
              <a:ext uri="{FF2B5EF4-FFF2-40B4-BE49-F238E27FC236}">
                <a16:creationId xmlns:a16="http://schemas.microsoft.com/office/drawing/2014/main" id="{AB64D355-C754-412A-8A00-79F81832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6521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0" name="A-I-row-11-col-1-value-0">
            <a:extLst xmlns:a="http://schemas.openxmlformats.org/drawingml/2006/main">
              <a:ext uri="{FF2B5EF4-FFF2-40B4-BE49-F238E27FC236}">
                <a16:creationId xmlns:a16="http://schemas.microsoft.com/office/drawing/2014/main" id="{92364B51-04B6-4790-AA13-8E538DC0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56521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1" name="A-I-row-11-col-2-value-0">
            <a:extLst xmlns:a="http://schemas.openxmlformats.org/drawingml/2006/main">
              <a:ext uri="{FF2B5EF4-FFF2-40B4-BE49-F238E27FC236}">
                <a16:creationId xmlns:a16="http://schemas.microsoft.com/office/drawing/2014/main" id="{2FA8C33F-3140-4E9D-AFF4-BD958BF9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970" y="56521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2" name="A-I-row-11-col-3-value-0">
            <a:extLst xmlns:a="http://schemas.openxmlformats.org/drawingml/2006/main">
              <a:ext uri="{FF2B5EF4-FFF2-40B4-BE49-F238E27FC236}">
                <a16:creationId xmlns:a16="http://schemas.microsoft.com/office/drawing/2014/main" id="{1408E54F-FCF4-4B2A-9CE6-98134EBA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56521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3" name="A-I-row-11-col-4-value-0">
            <a:extLst xmlns:a="http://schemas.openxmlformats.org/drawingml/2006/main">
              <a:ext uri="{FF2B5EF4-FFF2-40B4-BE49-F238E27FC236}">
                <a16:creationId xmlns:a16="http://schemas.microsoft.com/office/drawing/2014/main" id="{9866472C-09FD-460B-97A6-1D005D51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90" y="56521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4" name="A-I-row-11-col-5-value-0">
            <a:extLst xmlns:a="http://schemas.openxmlformats.org/drawingml/2006/main">
              <a:ext uri="{FF2B5EF4-FFF2-40B4-BE49-F238E27FC236}">
                <a16:creationId xmlns:a16="http://schemas.microsoft.com/office/drawing/2014/main" id="{92D17497-E1F7-488C-B163-B93F19D7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6521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5" name="A-I-row-11-col-6-value-0">
            <a:extLst xmlns:a="http://schemas.openxmlformats.org/drawingml/2006/main">
              <a:ext uri="{FF2B5EF4-FFF2-40B4-BE49-F238E27FC236}">
                <a16:creationId xmlns:a16="http://schemas.microsoft.com/office/drawing/2014/main" id="{F84B71CA-BBA1-4BF8-8BB8-BED77383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10" y="56521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6" name="A-I-row-11-col-7-value-0.5713730645739443">
            <a:extLst xmlns:a="http://schemas.openxmlformats.org/drawingml/2006/main">
              <a:ext uri="{FF2B5EF4-FFF2-40B4-BE49-F238E27FC236}">
                <a16:creationId xmlns:a16="http://schemas.microsoft.com/office/drawing/2014/main" id="{AB4074D7-23FD-45D0-8E4B-390E6FEB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56521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9E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7" name="A-I-row-11-col-8-value-0">
            <a:extLst xmlns:a="http://schemas.openxmlformats.org/drawingml/2006/main">
              <a:ext uri="{FF2B5EF4-FFF2-40B4-BE49-F238E27FC236}">
                <a16:creationId xmlns:a16="http://schemas.microsoft.com/office/drawing/2014/main" id="{E1FBDC2F-D396-4DE7-9CEF-537FD603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30" y="56521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8" name="A-I-row-11-col-9-value-0">
            <a:extLst xmlns:a="http://schemas.openxmlformats.org/drawingml/2006/main">
              <a:ext uri="{FF2B5EF4-FFF2-40B4-BE49-F238E27FC236}">
                <a16:creationId xmlns:a16="http://schemas.microsoft.com/office/drawing/2014/main" id="{C08FAEC8-54FF-46BE-939F-8BD673B6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40" y="56521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9" name="A-I-row-11-col-10-value-0.7672939030782968">
            <a:extLst xmlns:a="http://schemas.openxmlformats.org/drawingml/2006/main">
              <a:ext uri="{FF2B5EF4-FFF2-40B4-BE49-F238E27FC236}">
                <a16:creationId xmlns:a16="http://schemas.microsoft.com/office/drawing/2014/main" id="{0504DB44-5F78-4187-90BF-86BBD11B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6521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C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0" name="A-I-row-11-col-11-value-0">
            <a:extLst xmlns:a="http://schemas.openxmlformats.org/drawingml/2006/main">
              <a:ext uri="{FF2B5EF4-FFF2-40B4-BE49-F238E27FC236}">
                <a16:creationId xmlns:a16="http://schemas.microsoft.com/office/drawing/2014/main" id="{FE25977D-A88D-42C3-B4C7-0D7C0B87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56521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" name="A-I-row-11-col-12-value-0.9217334633519748">
            <a:extLst xmlns:a="http://schemas.openxmlformats.org/drawingml/2006/main">
              <a:ext uri="{FF2B5EF4-FFF2-40B4-BE49-F238E27FC236}">
                <a16:creationId xmlns:a16="http://schemas.microsoft.com/office/drawing/2014/main" id="{20927581-D815-48DB-9B43-FE78A394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70" y="56521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4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" name="A-I-row-11-col-13-value-0.7706226494728969">
            <a:extLst xmlns:a="http://schemas.openxmlformats.org/drawingml/2006/main">
              <a:ext uri="{FF2B5EF4-FFF2-40B4-BE49-F238E27FC236}">
                <a16:creationId xmlns:a16="http://schemas.microsoft.com/office/drawing/2014/main" id="{F0274FC1-15CE-4641-BD25-67061034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56521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B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" name="A-I-row-11-col-14-value-0">
            <a:extLst xmlns:a="http://schemas.openxmlformats.org/drawingml/2006/main">
              <a:ext uri="{FF2B5EF4-FFF2-40B4-BE49-F238E27FC236}">
                <a16:creationId xmlns:a16="http://schemas.microsoft.com/office/drawing/2014/main" id="{F7944106-4F41-45E4-811E-40F5CF41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56521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" name="A-I-row-11-col-15-value-0">
            <a:extLst xmlns:a="http://schemas.openxmlformats.org/drawingml/2006/main">
              <a:ext uri="{FF2B5EF4-FFF2-40B4-BE49-F238E27FC236}">
                <a16:creationId xmlns:a16="http://schemas.microsoft.com/office/drawing/2014/main" id="{6A3D90EA-9D9E-438F-9AB6-477D43BB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6521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" name="A-I-row-11-col-16-value-0">
            <a:extLst xmlns:a="http://schemas.openxmlformats.org/drawingml/2006/main">
              <a:ext uri="{FF2B5EF4-FFF2-40B4-BE49-F238E27FC236}">
                <a16:creationId xmlns:a16="http://schemas.microsoft.com/office/drawing/2014/main" id="{57A0E0E2-7ECE-424D-90A1-A60B20ED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56521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" name="A-I-row-11-col-17-value-0">
            <a:extLst xmlns:a="http://schemas.openxmlformats.org/drawingml/2006/main">
              <a:ext uri="{FF2B5EF4-FFF2-40B4-BE49-F238E27FC236}">
                <a16:creationId xmlns:a16="http://schemas.microsoft.com/office/drawing/2014/main" id="{6DB58A24-8431-44B7-8CD6-DF0DE881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56521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" name="A-I-row-11-col-18-value-0">
            <a:extLst xmlns:a="http://schemas.openxmlformats.org/drawingml/2006/main">
              <a:ext uri="{FF2B5EF4-FFF2-40B4-BE49-F238E27FC236}">
                <a16:creationId xmlns:a16="http://schemas.microsoft.com/office/drawing/2014/main" id="{B00EA598-1A0C-47E5-B4EF-03791C73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56521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" name="A-I-row-11-col-19-value-0">
            <a:extLst xmlns:a="http://schemas.openxmlformats.org/drawingml/2006/main">
              <a:ext uri="{FF2B5EF4-FFF2-40B4-BE49-F238E27FC236}">
                <a16:creationId xmlns:a16="http://schemas.microsoft.com/office/drawing/2014/main" id="{B0668F54-D663-4FAC-8BE2-2F6E5F25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56521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" name="A-I-row-11-col-20-value-0">
            <a:extLst xmlns:a="http://schemas.openxmlformats.org/drawingml/2006/main">
              <a:ext uri="{FF2B5EF4-FFF2-40B4-BE49-F238E27FC236}">
                <a16:creationId xmlns:a16="http://schemas.microsoft.com/office/drawing/2014/main" id="{6D7F99E1-983D-4CAA-AD11-901E9081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6521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" name="A-I-row-11-col-21-value-0">
            <a:extLst xmlns:a="http://schemas.openxmlformats.org/drawingml/2006/main">
              <a:ext uri="{FF2B5EF4-FFF2-40B4-BE49-F238E27FC236}">
                <a16:creationId xmlns:a16="http://schemas.microsoft.com/office/drawing/2014/main" id="{909EB054-A1EE-4A9C-A52A-040EB72B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56521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" name="A-I-row-11-col-22-value-0">
            <a:extLst xmlns:a="http://schemas.openxmlformats.org/drawingml/2006/main">
              <a:ext uri="{FF2B5EF4-FFF2-40B4-BE49-F238E27FC236}">
                <a16:creationId xmlns:a16="http://schemas.microsoft.com/office/drawing/2014/main" id="{90D1502C-87CF-41AE-AA47-0DACBFEE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170" y="56521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" name="A-I-row-11-col-23-value-0">
            <a:extLst xmlns:a="http://schemas.openxmlformats.org/drawingml/2006/main">
              <a:ext uri="{FF2B5EF4-FFF2-40B4-BE49-F238E27FC236}">
                <a16:creationId xmlns:a16="http://schemas.microsoft.com/office/drawing/2014/main" id="{163DE9D3-A91A-4430-A14B-137FA4F4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56521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" name="A-I-row-11-col-24-value-0">
            <a:extLst xmlns:a="http://schemas.openxmlformats.org/drawingml/2006/main">
              <a:ext uri="{FF2B5EF4-FFF2-40B4-BE49-F238E27FC236}">
                <a16:creationId xmlns:a16="http://schemas.microsoft.com/office/drawing/2014/main" id="{D74596A7-3B83-466B-B296-D7DAAC0F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990" y="56521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" name="A-I-row-11-col-25-value-0">
            <a:extLst xmlns:a="http://schemas.openxmlformats.org/drawingml/2006/main">
              <a:ext uri="{FF2B5EF4-FFF2-40B4-BE49-F238E27FC236}">
                <a16:creationId xmlns:a16="http://schemas.microsoft.com/office/drawing/2014/main" id="{94A3D55C-29F2-4E3B-A025-34451619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6521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" name="A-I-row-11-col-26-value-0.5791465868913335">
            <a:extLst xmlns:a="http://schemas.openxmlformats.org/drawingml/2006/main">
              <a:ext uri="{FF2B5EF4-FFF2-40B4-BE49-F238E27FC236}">
                <a16:creationId xmlns:a16="http://schemas.microsoft.com/office/drawing/2014/main" id="{1F86D977-0DA2-4353-9E77-A5905AD9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56521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9C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" name="A-I-row-11-col-27-value-0">
            <a:extLst xmlns:a="http://schemas.openxmlformats.org/drawingml/2006/main">
              <a:ext uri="{FF2B5EF4-FFF2-40B4-BE49-F238E27FC236}">
                <a16:creationId xmlns:a16="http://schemas.microsoft.com/office/drawing/2014/main" id="{5F313A15-2A00-487F-9A16-BFC49B7C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56521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" name="A-I-row-11-col-28-value-0">
            <a:extLst xmlns:a="http://schemas.openxmlformats.org/drawingml/2006/main">
              <a:ext uri="{FF2B5EF4-FFF2-40B4-BE49-F238E27FC236}">
                <a16:creationId xmlns:a16="http://schemas.microsoft.com/office/drawing/2014/main" id="{BB423F74-D460-4B57-9CC6-84B9F5D8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56521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" name="A-I-row-11-col-29-value-0">
            <a:extLst xmlns:a="http://schemas.openxmlformats.org/drawingml/2006/main">
              <a:ext uri="{FF2B5EF4-FFF2-40B4-BE49-F238E27FC236}">
                <a16:creationId xmlns:a16="http://schemas.microsoft.com/office/drawing/2014/main" id="{55642758-1D10-411B-986F-7B09662B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56521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" name="A-I-row-11-col-30-value-0">
            <a:extLst xmlns:a="http://schemas.openxmlformats.org/drawingml/2006/main">
              <a:ext uri="{FF2B5EF4-FFF2-40B4-BE49-F238E27FC236}">
                <a16:creationId xmlns:a16="http://schemas.microsoft.com/office/drawing/2014/main" id="{4A74DDDF-7140-4072-8E7C-2036F6BA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6521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" name="A-I-row-11-col-31-value-0">
            <a:extLst xmlns:a="http://schemas.openxmlformats.org/drawingml/2006/main">
              <a:ext uri="{FF2B5EF4-FFF2-40B4-BE49-F238E27FC236}">
                <a16:creationId xmlns:a16="http://schemas.microsoft.com/office/drawing/2014/main" id="{4C002AAE-1155-4638-AAAD-C90AD0E8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56521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" name="A-I-row-11-col-32-value-0">
            <a:extLst xmlns:a="http://schemas.openxmlformats.org/drawingml/2006/main">
              <a:ext uri="{FF2B5EF4-FFF2-40B4-BE49-F238E27FC236}">
                <a16:creationId xmlns:a16="http://schemas.microsoft.com/office/drawing/2014/main" id="{8F8D2B75-0424-4870-8579-5BFBC45B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56521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" name="A-I-row-11-col-33-value-0">
            <a:extLst xmlns:a="http://schemas.openxmlformats.org/drawingml/2006/main">
              <a:ext uri="{FF2B5EF4-FFF2-40B4-BE49-F238E27FC236}">
                <a16:creationId xmlns:a16="http://schemas.microsoft.com/office/drawing/2014/main" id="{2E354B2B-C44B-4770-87C2-649ED108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56521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" name="A-I-row-11-col-34-value-0">
            <a:extLst xmlns:a="http://schemas.openxmlformats.org/drawingml/2006/main">
              <a:ext uri="{FF2B5EF4-FFF2-40B4-BE49-F238E27FC236}">
                <a16:creationId xmlns:a16="http://schemas.microsoft.com/office/drawing/2014/main" id="{A3B17709-E2F1-45CC-9D7B-1DB27BE6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56521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" name="A-I-row-11-col-35-value-0">
            <a:extLst xmlns:a="http://schemas.openxmlformats.org/drawingml/2006/main">
              <a:ext uri="{FF2B5EF4-FFF2-40B4-BE49-F238E27FC236}">
                <a16:creationId xmlns:a16="http://schemas.microsoft.com/office/drawing/2014/main" id="{455168EA-84BC-47CF-8A43-38D73E88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521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" name="A-I-row-12-col-0-value-0">
            <a:extLst xmlns:a="http://schemas.openxmlformats.org/drawingml/2006/main">
              <a:ext uri="{FF2B5EF4-FFF2-40B4-BE49-F238E27FC236}">
                <a16:creationId xmlns:a16="http://schemas.microsoft.com/office/drawing/2014/main" id="{FEAE06E6-7718-44CA-AE30-3A0E01D8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6940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" name="A-I-row-12-col-1-value-0">
            <a:extLst xmlns:a="http://schemas.openxmlformats.org/drawingml/2006/main">
              <a:ext uri="{FF2B5EF4-FFF2-40B4-BE49-F238E27FC236}">
                <a16:creationId xmlns:a16="http://schemas.microsoft.com/office/drawing/2014/main" id="{0C890122-BA0B-4411-A8D8-7CA1082D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56940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" name="A-I-row-12-col-2-value-0">
            <a:extLst xmlns:a="http://schemas.openxmlformats.org/drawingml/2006/main">
              <a:ext uri="{FF2B5EF4-FFF2-40B4-BE49-F238E27FC236}">
                <a16:creationId xmlns:a16="http://schemas.microsoft.com/office/drawing/2014/main" id="{9C4DE283-1BFE-46D0-B588-48734CC0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970" y="56940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" name="A-I-row-12-col-3-value-0">
            <a:extLst xmlns:a="http://schemas.openxmlformats.org/drawingml/2006/main">
              <a:ext uri="{FF2B5EF4-FFF2-40B4-BE49-F238E27FC236}">
                <a16:creationId xmlns:a16="http://schemas.microsoft.com/office/drawing/2014/main" id="{6CD42CE6-2321-4A6C-987D-88E19E8D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56940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" name="A-I-row-12-col-4-value-0">
            <a:extLst xmlns:a="http://schemas.openxmlformats.org/drawingml/2006/main">
              <a:ext uri="{FF2B5EF4-FFF2-40B4-BE49-F238E27FC236}">
                <a16:creationId xmlns:a16="http://schemas.microsoft.com/office/drawing/2014/main" id="{6F3A2CFC-25A5-4F13-8446-5DBC65FF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90" y="56940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" name="A-I-row-12-col-5-value-0">
            <a:extLst xmlns:a="http://schemas.openxmlformats.org/drawingml/2006/main">
              <a:ext uri="{FF2B5EF4-FFF2-40B4-BE49-F238E27FC236}">
                <a16:creationId xmlns:a16="http://schemas.microsoft.com/office/drawing/2014/main" id="{3E4A15E4-4BF8-4986-A708-064FBD96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6940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" name="A-I-row-12-col-6-value-0">
            <a:extLst xmlns:a="http://schemas.openxmlformats.org/drawingml/2006/main">
              <a:ext uri="{FF2B5EF4-FFF2-40B4-BE49-F238E27FC236}">
                <a16:creationId xmlns:a16="http://schemas.microsoft.com/office/drawing/2014/main" id="{41353DC0-6DD4-41CC-B6EA-D024DED3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10" y="56940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" name="A-I-row-12-col-7-value-0">
            <a:extLst xmlns:a="http://schemas.openxmlformats.org/drawingml/2006/main">
              <a:ext uri="{FF2B5EF4-FFF2-40B4-BE49-F238E27FC236}">
                <a16:creationId xmlns:a16="http://schemas.microsoft.com/office/drawing/2014/main" id="{3FCA0D4D-F54A-4298-848F-0FBAE837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56940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" name="A-I-row-12-col-8-value-0">
            <a:extLst xmlns:a="http://schemas.openxmlformats.org/drawingml/2006/main">
              <a:ext uri="{FF2B5EF4-FFF2-40B4-BE49-F238E27FC236}">
                <a16:creationId xmlns:a16="http://schemas.microsoft.com/office/drawing/2014/main" id="{4C9BDC28-153A-4F4A-907E-09E46237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30" y="56940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4" name="A-I-row-12-col-9-value-0">
            <a:extLst xmlns:a="http://schemas.openxmlformats.org/drawingml/2006/main">
              <a:ext uri="{FF2B5EF4-FFF2-40B4-BE49-F238E27FC236}">
                <a16:creationId xmlns:a16="http://schemas.microsoft.com/office/drawing/2014/main" id="{3D922880-4156-4167-9437-44903F80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40" y="56940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" name="A-I-row-12-col-10-value-0.6054616083508887">
            <a:extLst xmlns:a="http://schemas.openxmlformats.org/drawingml/2006/main">
              <a:ext uri="{FF2B5EF4-FFF2-40B4-BE49-F238E27FC236}">
                <a16:creationId xmlns:a16="http://schemas.microsoft.com/office/drawing/2014/main" id="{10613C9B-5FC2-46EC-8B6A-C3ECA447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6940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9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6" name="A-I-row-12-col-11-value-0.9217334633519748">
            <a:extLst xmlns:a="http://schemas.openxmlformats.org/drawingml/2006/main">
              <a:ext uri="{FF2B5EF4-FFF2-40B4-BE49-F238E27FC236}">
                <a16:creationId xmlns:a16="http://schemas.microsoft.com/office/drawing/2014/main" id="{A4E5B5DA-AF63-4C1B-8661-8C55ABDC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56940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4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" name="A-I-row-12-col-12-value-0">
            <a:extLst xmlns:a="http://schemas.openxmlformats.org/drawingml/2006/main">
              <a:ext uri="{FF2B5EF4-FFF2-40B4-BE49-F238E27FC236}">
                <a16:creationId xmlns:a16="http://schemas.microsoft.com/office/drawing/2014/main" id="{1460B16F-DBB0-4B46-82FE-871C4E97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70" y="56940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8" name="A-I-row-12-col-13-value-0.8977243027578545">
            <a:extLst xmlns:a="http://schemas.openxmlformats.org/drawingml/2006/main">
              <a:ext uri="{FF2B5EF4-FFF2-40B4-BE49-F238E27FC236}">
                <a16:creationId xmlns:a16="http://schemas.microsoft.com/office/drawing/2014/main" id="{A4348EA3-0ED7-48B8-BBE6-DDCFD33A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56940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4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" name="A-I-row-12-col-14-value-0">
            <a:extLst xmlns:a="http://schemas.openxmlformats.org/drawingml/2006/main">
              <a:ext uri="{FF2B5EF4-FFF2-40B4-BE49-F238E27FC236}">
                <a16:creationId xmlns:a16="http://schemas.microsoft.com/office/drawing/2014/main" id="{AD81022D-2AD9-40B4-B93E-4097C666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56940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0" name="A-I-row-12-col-15-value-0">
            <a:extLst xmlns:a="http://schemas.openxmlformats.org/drawingml/2006/main">
              <a:ext uri="{FF2B5EF4-FFF2-40B4-BE49-F238E27FC236}">
                <a16:creationId xmlns:a16="http://schemas.microsoft.com/office/drawing/2014/main" id="{DBBE44C7-13AE-498B-A8E0-5B335832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6940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" name="A-I-row-12-col-16-value-0">
            <a:extLst xmlns:a="http://schemas.openxmlformats.org/drawingml/2006/main">
              <a:ext uri="{FF2B5EF4-FFF2-40B4-BE49-F238E27FC236}">
                <a16:creationId xmlns:a16="http://schemas.microsoft.com/office/drawing/2014/main" id="{1EBB9AD4-22DB-4D00-A9B0-9374B522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56940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2" name="A-I-row-12-col-17-value-0">
            <a:extLst xmlns:a="http://schemas.openxmlformats.org/drawingml/2006/main">
              <a:ext uri="{FF2B5EF4-FFF2-40B4-BE49-F238E27FC236}">
                <a16:creationId xmlns:a16="http://schemas.microsoft.com/office/drawing/2014/main" id="{E14C1775-42C2-4142-8D6D-828041AA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56940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" name="A-I-row-12-col-18-value-0">
            <a:extLst xmlns:a="http://schemas.openxmlformats.org/drawingml/2006/main">
              <a:ext uri="{FF2B5EF4-FFF2-40B4-BE49-F238E27FC236}">
                <a16:creationId xmlns:a16="http://schemas.microsoft.com/office/drawing/2014/main" id="{8AF1A89D-3C77-4DD8-8E8F-8C8245EC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56940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4" name="A-I-row-12-col-19-value-0">
            <a:extLst xmlns:a="http://schemas.openxmlformats.org/drawingml/2006/main">
              <a:ext uri="{FF2B5EF4-FFF2-40B4-BE49-F238E27FC236}">
                <a16:creationId xmlns:a16="http://schemas.microsoft.com/office/drawing/2014/main" id="{339EE26C-9B1D-41E1-B495-7028FF30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56940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" name="A-I-row-12-col-20-value-0">
            <a:extLst xmlns:a="http://schemas.openxmlformats.org/drawingml/2006/main">
              <a:ext uri="{FF2B5EF4-FFF2-40B4-BE49-F238E27FC236}">
                <a16:creationId xmlns:a16="http://schemas.microsoft.com/office/drawing/2014/main" id="{AA655A8D-52FF-4619-ADAC-F7DAB520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6940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6" name="A-I-row-12-col-21-value-0">
            <a:extLst xmlns:a="http://schemas.openxmlformats.org/drawingml/2006/main">
              <a:ext uri="{FF2B5EF4-FFF2-40B4-BE49-F238E27FC236}">
                <a16:creationId xmlns:a16="http://schemas.microsoft.com/office/drawing/2014/main" id="{65F3E5A7-320E-48A9-B41B-2C708A33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56940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" name="A-I-row-12-col-22-value-0">
            <a:extLst xmlns:a="http://schemas.openxmlformats.org/drawingml/2006/main">
              <a:ext uri="{FF2B5EF4-FFF2-40B4-BE49-F238E27FC236}">
                <a16:creationId xmlns:a16="http://schemas.microsoft.com/office/drawing/2014/main" id="{12BB7964-07DB-4AD5-A0F8-8E800AAF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170" y="56940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8" name="A-I-row-12-col-23-value-0">
            <a:extLst xmlns:a="http://schemas.openxmlformats.org/drawingml/2006/main">
              <a:ext uri="{FF2B5EF4-FFF2-40B4-BE49-F238E27FC236}">
                <a16:creationId xmlns:a16="http://schemas.microsoft.com/office/drawing/2014/main" id="{A763FF37-2D14-4DED-A3B1-C8DB15F6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56940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" name="A-I-row-12-col-24-value-0">
            <a:extLst xmlns:a="http://schemas.openxmlformats.org/drawingml/2006/main">
              <a:ext uri="{FF2B5EF4-FFF2-40B4-BE49-F238E27FC236}">
                <a16:creationId xmlns:a16="http://schemas.microsoft.com/office/drawing/2014/main" id="{D87E1609-3977-4DAC-8105-00911D76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990" y="56940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0" name="A-I-row-12-col-25-value-0">
            <a:extLst xmlns:a="http://schemas.openxmlformats.org/drawingml/2006/main">
              <a:ext uri="{FF2B5EF4-FFF2-40B4-BE49-F238E27FC236}">
                <a16:creationId xmlns:a16="http://schemas.microsoft.com/office/drawing/2014/main" id="{CE9162A9-6CCB-4E6D-858B-08C6240D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6940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1" name="A-I-row-12-col-26-value-0">
            <a:extLst xmlns:a="http://schemas.openxmlformats.org/drawingml/2006/main">
              <a:ext uri="{FF2B5EF4-FFF2-40B4-BE49-F238E27FC236}">
                <a16:creationId xmlns:a16="http://schemas.microsoft.com/office/drawing/2014/main" id="{EE810A2D-250D-44E1-9F38-EA17D63D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56940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2" name="A-I-row-12-col-27-value-0">
            <a:extLst xmlns:a="http://schemas.openxmlformats.org/drawingml/2006/main">
              <a:ext uri="{FF2B5EF4-FFF2-40B4-BE49-F238E27FC236}">
                <a16:creationId xmlns:a16="http://schemas.microsoft.com/office/drawing/2014/main" id="{F7DFB153-445E-4480-825F-C3C6A101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56940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" name="A-I-row-12-col-28-value-0">
            <a:extLst xmlns:a="http://schemas.openxmlformats.org/drawingml/2006/main">
              <a:ext uri="{FF2B5EF4-FFF2-40B4-BE49-F238E27FC236}">
                <a16:creationId xmlns:a16="http://schemas.microsoft.com/office/drawing/2014/main" id="{2273E151-A840-4161-A0CA-2BA52B9C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56940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4" name="A-I-row-12-col-29-value-0">
            <a:extLst xmlns:a="http://schemas.openxmlformats.org/drawingml/2006/main">
              <a:ext uri="{FF2B5EF4-FFF2-40B4-BE49-F238E27FC236}">
                <a16:creationId xmlns:a16="http://schemas.microsoft.com/office/drawing/2014/main" id="{7D4F1537-DF5C-4D18-8186-352A180D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56940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" name="A-I-row-12-col-30-value-0">
            <a:extLst xmlns:a="http://schemas.openxmlformats.org/drawingml/2006/main">
              <a:ext uri="{FF2B5EF4-FFF2-40B4-BE49-F238E27FC236}">
                <a16:creationId xmlns:a16="http://schemas.microsoft.com/office/drawing/2014/main" id="{A19BBE66-14AB-430D-A0BD-4B453A9B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6940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6" name="A-I-row-12-col-31-value-0">
            <a:extLst xmlns:a="http://schemas.openxmlformats.org/drawingml/2006/main">
              <a:ext uri="{FF2B5EF4-FFF2-40B4-BE49-F238E27FC236}">
                <a16:creationId xmlns:a16="http://schemas.microsoft.com/office/drawing/2014/main" id="{421EA8AE-DED0-4370-81E0-B9767BD0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56940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7" name="A-I-row-12-col-32-value-0">
            <a:extLst xmlns:a="http://schemas.openxmlformats.org/drawingml/2006/main">
              <a:ext uri="{FF2B5EF4-FFF2-40B4-BE49-F238E27FC236}">
                <a16:creationId xmlns:a16="http://schemas.microsoft.com/office/drawing/2014/main" id="{D0243B41-1A39-445E-BF20-CA0F2E5E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56940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8" name="A-I-row-12-col-33-value-0">
            <a:extLst xmlns:a="http://schemas.openxmlformats.org/drawingml/2006/main">
              <a:ext uri="{FF2B5EF4-FFF2-40B4-BE49-F238E27FC236}">
                <a16:creationId xmlns:a16="http://schemas.microsoft.com/office/drawing/2014/main" id="{93DB6D49-F044-4953-A8E1-9D8D5DE0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56940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9" name="A-I-row-12-col-34-value-0">
            <a:extLst xmlns:a="http://schemas.openxmlformats.org/drawingml/2006/main">
              <a:ext uri="{FF2B5EF4-FFF2-40B4-BE49-F238E27FC236}">
                <a16:creationId xmlns:a16="http://schemas.microsoft.com/office/drawing/2014/main" id="{1CB453BD-61DD-46A2-BAB2-F4639B72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56940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0" name="A-I-row-12-col-35-value-0">
            <a:extLst xmlns:a="http://schemas.openxmlformats.org/drawingml/2006/main">
              <a:ext uri="{FF2B5EF4-FFF2-40B4-BE49-F238E27FC236}">
                <a16:creationId xmlns:a16="http://schemas.microsoft.com/office/drawing/2014/main" id="{F27F21CB-46CA-4C44-B1D2-1E605CE1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940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1" name="A-I-row-13-col-0-value-0">
            <a:extLst xmlns:a="http://schemas.openxmlformats.org/drawingml/2006/main">
              <a:ext uri="{FF2B5EF4-FFF2-40B4-BE49-F238E27FC236}">
                <a16:creationId xmlns:a16="http://schemas.microsoft.com/office/drawing/2014/main" id="{5588ABEB-A94A-4AA4-BD75-A16A0CD2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7359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2" name="A-I-row-13-col-1-value-0">
            <a:extLst xmlns:a="http://schemas.openxmlformats.org/drawingml/2006/main">
              <a:ext uri="{FF2B5EF4-FFF2-40B4-BE49-F238E27FC236}">
                <a16:creationId xmlns:a16="http://schemas.microsoft.com/office/drawing/2014/main" id="{5C4CB412-8B47-432F-938E-0C0A5DCB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57359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3" name="A-I-row-13-col-2-value-0">
            <a:extLst xmlns:a="http://schemas.openxmlformats.org/drawingml/2006/main">
              <a:ext uri="{FF2B5EF4-FFF2-40B4-BE49-F238E27FC236}">
                <a16:creationId xmlns:a16="http://schemas.microsoft.com/office/drawing/2014/main" id="{17459BAD-EB8D-4802-890F-82E573FA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970" y="57359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4" name="A-I-row-13-col-3-value-0">
            <a:extLst xmlns:a="http://schemas.openxmlformats.org/drawingml/2006/main">
              <a:ext uri="{FF2B5EF4-FFF2-40B4-BE49-F238E27FC236}">
                <a16:creationId xmlns:a16="http://schemas.microsoft.com/office/drawing/2014/main" id="{BAEF70D1-AD6F-4641-952C-BB6BFF2E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57359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5" name="A-I-row-13-col-4-value-0">
            <a:extLst xmlns:a="http://schemas.openxmlformats.org/drawingml/2006/main">
              <a:ext uri="{FF2B5EF4-FFF2-40B4-BE49-F238E27FC236}">
                <a16:creationId xmlns:a16="http://schemas.microsoft.com/office/drawing/2014/main" id="{C62709C3-09EA-48DB-BCE7-2A016FAF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90" y="57359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6" name="A-I-row-13-col-5-value-0">
            <a:extLst xmlns:a="http://schemas.openxmlformats.org/drawingml/2006/main">
              <a:ext uri="{FF2B5EF4-FFF2-40B4-BE49-F238E27FC236}">
                <a16:creationId xmlns:a16="http://schemas.microsoft.com/office/drawing/2014/main" id="{A5B117FC-FFDF-41E3-B1BC-254DADF4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7359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7" name="A-I-row-13-col-6-value-0">
            <a:extLst xmlns:a="http://schemas.openxmlformats.org/drawingml/2006/main">
              <a:ext uri="{FF2B5EF4-FFF2-40B4-BE49-F238E27FC236}">
                <a16:creationId xmlns:a16="http://schemas.microsoft.com/office/drawing/2014/main" id="{77CCC2EC-1905-4219-8647-07E3E66E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10" y="57359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8" name="A-I-row-13-col-7-value-0">
            <a:extLst xmlns:a="http://schemas.openxmlformats.org/drawingml/2006/main">
              <a:ext uri="{FF2B5EF4-FFF2-40B4-BE49-F238E27FC236}">
                <a16:creationId xmlns:a16="http://schemas.microsoft.com/office/drawing/2014/main" id="{733C5C58-6CB6-4D98-A061-F5B5E445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57359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9" name="A-I-row-13-col-8-value-0">
            <a:extLst xmlns:a="http://schemas.openxmlformats.org/drawingml/2006/main">
              <a:ext uri="{FF2B5EF4-FFF2-40B4-BE49-F238E27FC236}">
                <a16:creationId xmlns:a16="http://schemas.microsoft.com/office/drawing/2014/main" id="{E63A87CE-F7CE-4D84-A73B-658C6326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30" y="57359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0" name="A-I-row-13-col-9-value-0">
            <a:extLst xmlns:a="http://schemas.openxmlformats.org/drawingml/2006/main">
              <a:ext uri="{FF2B5EF4-FFF2-40B4-BE49-F238E27FC236}">
                <a16:creationId xmlns:a16="http://schemas.microsoft.com/office/drawing/2014/main" id="{FA6EBFE7-66EB-4B52-89A2-DC9F8465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40" y="57359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1" name="A-I-row-13-col-10-value-0">
            <a:extLst xmlns:a="http://schemas.openxmlformats.org/drawingml/2006/main">
              <a:ext uri="{FF2B5EF4-FFF2-40B4-BE49-F238E27FC236}">
                <a16:creationId xmlns:a16="http://schemas.microsoft.com/office/drawing/2014/main" id="{35FFACDB-F596-4771-B1DF-50013938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7359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2" name="A-I-row-13-col-11-value-0.7706226494728969">
            <a:extLst xmlns:a="http://schemas.openxmlformats.org/drawingml/2006/main">
              <a:ext uri="{FF2B5EF4-FFF2-40B4-BE49-F238E27FC236}">
                <a16:creationId xmlns:a16="http://schemas.microsoft.com/office/drawing/2014/main" id="{6890885F-3A83-4B9E-B62D-1B39BCFC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57359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B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3" name="A-I-row-13-col-12-value-0.8977243027578545">
            <a:extLst xmlns:a="http://schemas.openxmlformats.org/drawingml/2006/main">
              <a:ext uri="{FF2B5EF4-FFF2-40B4-BE49-F238E27FC236}">
                <a16:creationId xmlns:a16="http://schemas.microsoft.com/office/drawing/2014/main" id="{379A73DA-F165-4A35-91CB-F5EDB817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70" y="57359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4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4" name="A-I-row-13-col-13-value-0">
            <a:extLst xmlns:a="http://schemas.openxmlformats.org/drawingml/2006/main">
              <a:ext uri="{FF2B5EF4-FFF2-40B4-BE49-F238E27FC236}">
                <a16:creationId xmlns:a16="http://schemas.microsoft.com/office/drawing/2014/main" id="{E76C1A11-60BC-47DC-BC4B-4C1A5202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57359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5" name="A-I-row-13-col-14-value-0">
            <a:extLst xmlns:a="http://schemas.openxmlformats.org/drawingml/2006/main">
              <a:ext uri="{FF2B5EF4-FFF2-40B4-BE49-F238E27FC236}">
                <a16:creationId xmlns:a16="http://schemas.microsoft.com/office/drawing/2014/main" id="{61B5B0DC-F51A-4821-AB47-2C19AC56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57359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6" name="A-I-row-13-col-15-value-0">
            <a:extLst xmlns:a="http://schemas.openxmlformats.org/drawingml/2006/main">
              <a:ext uri="{FF2B5EF4-FFF2-40B4-BE49-F238E27FC236}">
                <a16:creationId xmlns:a16="http://schemas.microsoft.com/office/drawing/2014/main" id="{D4BEA456-47D5-4D4C-9879-BCE20629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7359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7" name="A-I-row-13-col-16-value-0">
            <a:extLst xmlns:a="http://schemas.openxmlformats.org/drawingml/2006/main">
              <a:ext uri="{FF2B5EF4-FFF2-40B4-BE49-F238E27FC236}">
                <a16:creationId xmlns:a16="http://schemas.microsoft.com/office/drawing/2014/main" id="{3D6728FB-F708-4407-A72C-4DCD06AC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57359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8" name="A-I-row-13-col-17-value-0">
            <a:extLst xmlns:a="http://schemas.openxmlformats.org/drawingml/2006/main">
              <a:ext uri="{FF2B5EF4-FFF2-40B4-BE49-F238E27FC236}">
                <a16:creationId xmlns:a16="http://schemas.microsoft.com/office/drawing/2014/main" id="{84D07B79-D265-4015-9032-6BDC3FB4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57359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9" name="A-I-row-13-col-18-value-0">
            <a:extLst xmlns:a="http://schemas.openxmlformats.org/drawingml/2006/main">
              <a:ext uri="{FF2B5EF4-FFF2-40B4-BE49-F238E27FC236}">
                <a16:creationId xmlns:a16="http://schemas.microsoft.com/office/drawing/2014/main" id="{29D2C883-3583-4994-9C9C-675EAB40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57359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0" name="A-I-row-13-col-19-value-0">
            <a:extLst xmlns:a="http://schemas.openxmlformats.org/drawingml/2006/main">
              <a:ext uri="{FF2B5EF4-FFF2-40B4-BE49-F238E27FC236}">
                <a16:creationId xmlns:a16="http://schemas.microsoft.com/office/drawing/2014/main" id="{AD57825B-0AA3-4D0F-95D1-28218408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57359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1" name="A-I-row-13-col-20-value-0">
            <a:extLst xmlns:a="http://schemas.openxmlformats.org/drawingml/2006/main">
              <a:ext uri="{FF2B5EF4-FFF2-40B4-BE49-F238E27FC236}">
                <a16:creationId xmlns:a16="http://schemas.microsoft.com/office/drawing/2014/main" id="{E764D71B-E68B-4346-86F3-2CA9D0C1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7359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2" name="A-I-row-13-col-21-value-0">
            <a:extLst xmlns:a="http://schemas.openxmlformats.org/drawingml/2006/main">
              <a:ext uri="{FF2B5EF4-FFF2-40B4-BE49-F238E27FC236}">
                <a16:creationId xmlns:a16="http://schemas.microsoft.com/office/drawing/2014/main" id="{6BFE9714-CCFF-4BF9-9147-791688EC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57359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3" name="A-I-row-13-col-22-value-0">
            <a:extLst xmlns:a="http://schemas.openxmlformats.org/drawingml/2006/main">
              <a:ext uri="{FF2B5EF4-FFF2-40B4-BE49-F238E27FC236}">
                <a16:creationId xmlns:a16="http://schemas.microsoft.com/office/drawing/2014/main" id="{31C4580C-91FA-4D43-9A1C-402090A2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170" y="57359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4" name="A-I-row-13-col-23-value-0">
            <a:extLst xmlns:a="http://schemas.openxmlformats.org/drawingml/2006/main">
              <a:ext uri="{FF2B5EF4-FFF2-40B4-BE49-F238E27FC236}">
                <a16:creationId xmlns:a16="http://schemas.microsoft.com/office/drawing/2014/main" id="{5BC9A591-3E0A-4860-93F3-287222C5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57359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5" name="A-I-row-13-col-24-value-0">
            <a:extLst xmlns:a="http://schemas.openxmlformats.org/drawingml/2006/main">
              <a:ext uri="{FF2B5EF4-FFF2-40B4-BE49-F238E27FC236}">
                <a16:creationId xmlns:a16="http://schemas.microsoft.com/office/drawing/2014/main" id="{6672D040-3486-48C2-97C3-D24FB7E4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990" y="57359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6" name="A-I-row-13-col-25-value-0">
            <a:extLst xmlns:a="http://schemas.openxmlformats.org/drawingml/2006/main">
              <a:ext uri="{FF2B5EF4-FFF2-40B4-BE49-F238E27FC236}">
                <a16:creationId xmlns:a16="http://schemas.microsoft.com/office/drawing/2014/main" id="{A551C85E-8AA9-4148-812E-00D75529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7359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7" name="A-I-row-13-col-26-value-0">
            <a:extLst xmlns:a="http://schemas.openxmlformats.org/drawingml/2006/main">
              <a:ext uri="{FF2B5EF4-FFF2-40B4-BE49-F238E27FC236}">
                <a16:creationId xmlns:a16="http://schemas.microsoft.com/office/drawing/2014/main" id="{6D170BE0-0277-45AD-88A5-7856336D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57359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8" name="A-I-row-13-col-27-value-0">
            <a:extLst xmlns:a="http://schemas.openxmlformats.org/drawingml/2006/main">
              <a:ext uri="{FF2B5EF4-FFF2-40B4-BE49-F238E27FC236}">
                <a16:creationId xmlns:a16="http://schemas.microsoft.com/office/drawing/2014/main" id="{9DD5EC92-DFC8-4579-AD0D-89977E77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57359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9" name="A-I-row-13-col-28-value-0">
            <a:extLst xmlns:a="http://schemas.openxmlformats.org/drawingml/2006/main">
              <a:ext uri="{FF2B5EF4-FFF2-40B4-BE49-F238E27FC236}">
                <a16:creationId xmlns:a16="http://schemas.microsoft.com/office/drawing/2014/main" id="{BEB26577-23F6-41BB-AF62-2478AC4F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57359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" name="A-I-row-13-col-29-value-0">
            <a:extLst xmlns:a="http://schemas.openxmlformats.org/drawingml/2006/main">
              <a:ext uri="{FF2B5EF4-FFF2-40B4-BE49-F238E27FC236}">
                <a16:creationId xmlns:a16="http://schemas.microsoft.com/office/drawing/2014/main" id="{7DD5EF44-FAEC-4F67-B110-76C9F0C2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57359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1" name="A-I-row-13-col-30-value-0">
            <a:extLst xmlns:a="http://schemas.openxmlformats.org/drawingml/2006/main">
              <a:ext uri="{FF2B5EF4-FFF2-40B4-BE49-F238E27FC236}">
                <a16:creationId xmlns:a16="http://schemas.microsoft.com/office/drawing/2014/main" id="{45CE87B5-3610-43C8-9C64-1BB15CF5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7359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2" name="A-I-row-13-col-31-value-0">
            <a:extLst xmlns:a="http://schemas.openxmlformats.org/drawingml/2006/main">
              <a:ext uri="{FF2B5EF4-FFF2-40B4-BE49-F238E27FC236}">
                <a16:creationId xmlns:a16="http://schemas.microsoft.com/office/drawing/2014/main" id="{521003A2-3800-4470-823E-D1236F3D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57359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3" name="A-I-row-13-col-32-value-0">
            <a:extLst xmlns:a="http://schemas.openxmlformats.org/drawingml/2006/main">
              <a:ext uri="{FF2B5EF4-FFF2-40B4-BE49-F238E27FC236}">
                <a16:creationId xmlns:a16="http://schemas.microsoft.com/office/drawing/2014/main" id="{7A3F6697-8CC0-44AB-8386-896199ED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57359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4" name="A-I-row-13-col-33-value-0">
            <a:extLst xmlns:a="http://schemas.openxmlformats.org/drawingml/2006/main">
              <a:ext uri="{FF2B5EF4-FFF2-40B4-BE49-F238E27FC236}">
                <a16:creationId xmlns:a16="http://schemas.microsoft.com/office/drawing/2014/main" id="{8833486F-F488-4C02-965C-F76591F7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57359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5" name="A-I-row-13-col-34-value-0">
            <a:extLst xmlns:a="http://schemas.openxmlformats.org/drawingml/2006/main">
              <a:ext uri="{FF2B5EF4-FFF2-40B4-BE49-F238E27FC236}">
                <a16:creationId xmlns:a16="http://schemas.microsoft.com/office/drawing/2014/main" id="{1387930F-A384-4DEA-9C2A-8DCE3178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57359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6" name="A-I-row-13-col-35-value-0">
            <a:extLst xmlns:a="http://schemas.openxmlformats.org/drawingml/2006/main">
              <a:ext uri="{FF2B5EF4-FFF2-40B4-BE49-F238E27FC236}">
                <a16:creationId xmlns:a16="http://schemas.microsoft.com/office/drawing/2014/main" id="{B3BE1B39-4035-452B-BE17-F2E7DFD5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7359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7" name="A-I-row-14-col-0-value-0">
            <a:extLst xmlns:a="http://schemas.openxmlformats.org/drawingml/2006/main">
              <a:ext uri="{FF2B5EF4-FFF2-40B4-BE49-F238E27FC236}">
                <a16:creationId xmlns:a16="http://schemas.microsoft.com/office/drawing/2014/main" id="{F11581DF-1896-4B01-884B-1491C3A0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7778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" name="A-I-row-14-col-1-value-0">
            <a:extLst xmlns:a="http://schemas.openxmlformats.org/drawingml/2006/main">
              <a:ext uri="{FF2B5EF4-FFF2-40B4-BE49-F238E27FC236}">
                <a16:creationId xmlns:a16="http://schemas.microsoft.com/office/drawing/2014/main" id="{7E05B380-2E8F-48EF-8EB8-21003331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57778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9" name="A-I-row-14-col-2-value-0">
            <a:extLst xmlns:a="http://schemas.openxmlformats.org/drawingml/2006/main">
              <a:ext uri="{FF2B5EF4-FFF2-40B4-BE49-F238E27FC236}">
                <a16:creationId xmlns:a16="http://schemas.microsoft.com/office/drawing/2014/main" id="{21AB2E1D-596C-4180-B343-F3DD1A03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970" y="57778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0" name="A-I-row-14-col-3-value-0">
            <a:extLst xmlns:a="http://schemas.openxmlformats.org/drawingml/2006/main">
              <a:ext uri="{FF2B5EF4-FFF2-40B4-BE49-F238E27FC236}">
                <a16:creationId xmlns:a16="http://schemas.microsoft.com/office/drawing/2014/main" id="{833DB95F-C387-4141-9F5A-7725D265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57778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1" name="A-I-row-14-col-4-value-0">
            <a:extLst xmlns:a="http://schemas.openxmlformats.org/drawingml/2006/main">
              <a:ext uri="{FF2B5EF4-FFF2-40B4-BE49-F238E27FC236}">
                <a16:creationId xmlns:a16="http://schemas.microsoft.com/office/drawing/2014/main" id="{6E80F7CC-DA98-4343-A490-24FF3460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90" y="57778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2" name="A-I-row-14-col-5-value-0">
            <a:extLst xmlns:a="http://schemas.openxmlformats.org/drawingml/2006/main">
              <a:ext uri="{FF2B5EF4-FFF2-40B4-BE49-F238E27FC236}">
                <a16:creationId xmlns:a16="http://schemas.microsoft.com/office/drawing/2014/main" id="{4BD5715B-354F-42F1-82E2-77B45649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7778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3" name="A-I-row-14-col-6-value-0">
            <a:extLst xmlns:a="http://schemas.openxmlformats.org/drawingml/2006/main">
              <a:ext uri="{FF2B5EF4-FFF2-40B4-BE49-F238E27FC236}">
                <a16:creationId xmlns:a16="http://schemas.microsoft.com/office/drawing/2014/main" id="{11F40A74-0C47-4DCF-A5C0-B0F745C8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10" y="57778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4" name="A-I-row-14-col-7-value-0">
            <a:extLst xmlns:a="http://schemas.openxmlformats.org/drawingml/2006/main">
              <a:ext uri="{FF2B5EF4-FFF2-40B4-BE49-F238E27FC236}">
                <a16:creationId xmlns:a16="http://schemas.microsoft.com/office/drawing/2014/main" id="{4E52AA9E-FFFC-47E9-A95D-33722CD4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57778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5" name="A-I-row-14-col-8-value-0">
            <a:extLst xmlns:a="http://schemas.openxmlformats.org/drawingml/2006/main">
              <a:ext uri="{FF2B5EF4-FFF2-40B4-BE49-F238E27FC236}">
                <a16:creationId xmlns:a16="http://schemas.microsoft.com/office/drawing/2014/main" id="{EA236A79-2687-41DA-8B35-D1299D9C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30" y="57778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6" name="A-I-row-14-col-9-value-0">
            <a:extLst xmlns:a="http://schemas.openxmlformats.org/drawingml/2006/main">
              <a:ext uri="{FF2B5EF4-FFF2-40B4-BE49-F238E27FC236}">
                <a16:creationId xmlns:a16="http://schemas.microsoft.com/office/drawing/2014/main" id="{3B264FAA-653C-4C78-A17F-5CDD2A98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40" y="57778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" name="A-I-row-14-col-10-value-0">
            <a:extLst xmlns:a="http://schemas.openxmlformats.org/drawingml/2006/main">
              <a:ext uri="{FF2B5EF4-FFF2-40B4-BE49-F238E27FC236}">
                <a16:creationId xmlns:a16="http://schemas.microsoft.com/office/drawing/2014/main" id="{D196F2DB-0BE9-4036-8510-7E963C0B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7778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8" name="A-I-row-14-col-11-value-0">
            <a:extLst xmlns:a="http://schemas.openxmlformats.org/drawingml/2006/main">
              <a:ext uri="{FF2B5EF4-FFF2-40B4-BE49-F238E27FC236}">
                <a16:creationId xmlns:a16="http://schemas.microsoft.com/office/drawing/2014/main" id="{F66D6D13-9654-4806-9B2B-79D241E5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57778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9" name="A-I-row-14-col-12-value-0">
            <a:extLst xmlns:a="http://schemas.openxmlformats.org/drawingml/2006/main">
              <a:ext uri="{FF2B5EF4-FFF2-40B4-BE49-F238E27FC236}">
                <a16:creationId xmlns:a16="http://schemas.microsoft.com/office/drawing/2014/main" id="{8451C570-22B4-4BC8-BA42-C03007D7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70" y="57778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0" name="A-I-row-14-col-13-value-0">
            <a:extLst xmlns:a="http://schemas.openxmlformats.org/drawingml/2006/main">
              <a:ext uri="{FF2B5EF4-FFF2-40B4-BE49-F238E27FC236}">
                <a16:creationId xmlns:a16="http://schemas.microsoft.com/office/drawing/2014/main" id="{B4DC434A-2BFC-4E4D-9FE9-E8515EC2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57778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1" name="A-I-row-14-col-14-value-0">
            <a:extLst xmlns:a="http://schemas.openxmlformats.org/drawingml/2006/main">
              <a:ext uri="{FF2B5EF4-FFF2-40B4-BE49-F238E27FC236}">
                <a16:creationId xmlns:a16="http://schemas.microsoft.com/office/drawing/2014/main" id="{19C27134-644A-43D7-9F14-77B6C5C4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57778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2" name="A-I-row-14-col-15-value-0.9326044062299778">
            <a:extLst xmlns:a="http://schemas.openxmlformats.org/drawingml/2006/main">
              <a:ext uri="{FF2B5EF4-FFF2-40B4-BE49-F238E27FC236}">
                <a16:creationId xmlns:a16="http://schemas.microsoft.com/office/drawing/2014/main" id="{40B26C4A-DADD-41CC-B02B-CF4478E9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7778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4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3" name="A-I-row-14-col-16-value-0.7596685192282335">
            <a:extLst xmlns:a="http://schemas.openxmlformats.org/drawingml/2006/main">
              <a:ext uri="{FF2B5EF4-FFF2-40B4-BE49-F238E27FC236}">
                <a16:creationId xmlns:a16="http://schemas.microsoft.com/office/drawing/2014/main" id="{DFCDA528-4172-4E71-86CF-5E2BFEB4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57778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4" name="A-I-row-14-col-17-value-0">
            <a:extLst xmlns:a="http://schemas.openxmlformats.org/drawingml/2006/main">
              <a:ext uri="{FF2B5EF4-FFF2-40B4-BE49-F238E27FC236}">
                <a16:creationId xmlns:a16="http://schemas.microsoft.com/office/drawing/2014/main" id="{A8F9AC3C-E5CB-4D91-87CB-773FC761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57778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5" name="A-I-row-14-col-18-value-0.8510093601101788">
            <a:extLst xmlns:a="http://schemas.openxmlformats.org/drawingml/2006/main">
              <a:ext uri="{FF2B5EF4-FFF2-40B4-BE49-F238E27FC236}">
                <a16:creationId xmlns:a16="http://schemas.microsoft.com/office/drawing/2014/main" id="{CC72FA93-D3A4-4B29-9065-E1C12A34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57778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6" name="A-I-row-14-col-19-value-0.8422987467566498">
            <a:extLst xmlns:a="http://schemas.openxmlformats.org/drawingml/2006/main">
              <a:ext uri="{FF2B5EF4-FFF2-40B4-BE49-F238E27FC236}">
                <a16:creationId xmlns:a16="http://schemas.microsoft.com/office/drawing/2014/main" id="{5E5D4666-60BF-4A22-911F-D093D261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57778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9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7" name="A-I-row-14-col-20-value-0">
            <a:extLst xmlns:a="http://schemas.openxmlformats.org/drawingml/2006/main">
              <a:ext uri="{FF2B5EF4-FFF2-40B4-BE49-F238E27FC236}">
                <a16:creationId xmlns:a16="http://schemas.microsoft.com/office/drawing/2014/main" id="{DBE3573C-3E48-4C62-AB27-6CC351B1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7778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8" name="A-I-row-14-col-21-value-0">
            <a:extLst xmlns:a="http://schemas.openxmlformats.org/drawingml/2006/main">
              <a:ext uri="{FF2B5EF4-FFF2-40B4-BE49-F238E27FC236}">
                <a16:creationId xmlns:a16="http://schemas.microsoft.com/office/drawing/2014/main" id="{59A1422A-4352-46E4-BF81-19175138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57778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9" name="A-I-row-14-col-22-value-0">
            <a:extLst xmlns:a="http://schemas.openxmlformats.org/drawingml/2006/main">
              <a:ext uri="{FF2B5EF4-FFF2-40B4-BE49-F238E27FC236}">
                <a16:creationId xmlns:a16="http://schemas.microsoft.com/office/drawing/2014/main" id="{451DE423-4162-4203-BCD1-D19BA1AD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170" y="57778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0" name="A-I-row-14-col-23-value-0">
            <a:extLst xmlns:a="http://schemas.openxmlformats.org/drawingml/2006/main">
              <a:ext uri="{FF2B5EF4-FFF2-40B4-BE49-F238E27FC236}">
                <a16:creationId xmlns:a16="http://schemas.microsoft.com/office/drawing/2014/main" id="{801D69A0-1AB9-41CF-9E98-2F7AE217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57778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1" name="A-I-row-14-col-24-value-0">
            <a:extLst xmlns:a="http://schemas.openxmlformats.org/drawingml/2006/main">
              <a:ext uri="{FF2B5EF4-FFF2-40B4-BE49-F238E27FC236}">
                <a16:creationId xmlns:a16="http://schemas.microsoft.com/office/drawing/2014/main" id="{E1B790EC-8490-4580-BC3B-246A51F7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990" y="57778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2" name="A-I-row-14-col-25-value-0">
            <a:extLst xmlns:a="http://schemas.openxmlformats.org/drawingml/2006/main">
              <a:ext uri="{FF2B5EF4-FFF2-40B4-BE49-F238E27FC236}">
                <a16:creationId xmlns:a16="http://schemas.microsoft.com/office/drawing/2014/main" id="{397DA6E9-A177-4FD2-8BD8-22E34496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7778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3" name="A-I-row-14-col-26-value-0">
            <a:extLst xmlns:a="http://schemas.openxmlformats.org/drawingml/2006/main">
              <a:ext uri="{FF2B5EF4-FFF2-40B4-BE49-F238E27FC236}">
                <a16:creationId xmlns:a16="http://schemas.microsoft.com/office/drawing/2014/main" id="{EB097FED-BF2E-497E-8E02-4961D852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57778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4" name="A-I-row-14-col-27-value-0">
            <a:extLst xmlns:a="http://schemas.openxmlformats.org/drawingml/2006/main">
              <a:ext uri="{FF2B5EF4-FFF2-40B4-BE49-F238E27FC236}">
                <a16:creationId xmlns:a16="http://schemas.microsoft.com/office/drawing/2014/main" id="{3BA134DB-FE97-4CB7-9851-8F8959DE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57778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5" name="A-I-row-14-col-28-value-0">
            <a:extLst xmlns:a="http://schemas.openxmlformats.org/drawingml/2006/main">
              <a:ext uri="{FF2B5EF4-FFF2-40B4-BE49-F238E27FC236}">
                <a16:creationId xmlns:a16="http://schemas.microsoft.com/office/drawing/2014/main" id="{E912B9F5-DC07-4DC4-B46E-95C690D4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57778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6" name="A-I-row-14-col-29-value-0">
            <a:extLst xmlns:a="http://schemas.openxmlformats.org/drawingml/2006/main">
              <a:ext uri="{FF2B5EF4-FFF2-40B4-BE49-F238E27FC236}">
                <a16:creationId xmlns:a16="http://schemas.microsoft.com/office/drawing/2014/main" id="{AAAB33D0-CF03-4E29-94A7-45EA5CEA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57778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7" name="A-I-row-14-col-30-value-0">
            <a:extLst xmlns:a="http://schemas.openxmlformats.org/drawingml/2006/main">
              <a:ext uri="{FF2B5EF4-FFF2-40B4-BE49-F238E27FC236}">
                <a16:creationId xmlns:a16="http://schemas.microsoft.com/office/drawing/2014/main" id="{F3FE7C63-5E7F-410C-A39E-C41C948F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7778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8" name="A-I-row-14-col-31-value-0">
            <a:extLst xmlns:a="http://schemas.openxmlformats.org/drawingml/2006/main">
              <a:ext uri="{FF2B5EF4-FFF2-40B4-BE49-F238E27FC236}">
                <a16:creationId xmlns:a16="http://schemas.microsoft.com/office/drawing/2014/main" id="{007C18C3-EC38-42E4-B705-E5F27B19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57778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9" name="A-I-row-14-col-32-value-0">
            <a:extLst xmlns:a="http://schemas.openxmlformats.org/drawingml/2006/main">
              <a:ext uri="{FF2B5EF4-FFF2-40B4-BE49-F238E27FC236}">
                <a16:creationId xmlns:a16="http://schemas.microsoft.com/office/drawing/2014/main" id="{7339DA51-65BB-456F-B37B-2CEEA917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57778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0" name="A-I-row-14-col-33-value-0.656732348775937">
            <a:extLst xmlns:a="http://schemas.openxmlformats.org/drawingml/2006/main">
              <a:ext uri="{FF2B5EF4-FFF2-40B4-BE49-F238E27FC236}">
                <a16:creationId xmlns:a16="http://schemas.microsoft.com/office/drawing/2014/main" id="{10F81DF1-1676-4F8C-898E-A5873E40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57778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1" name="A-I-row-14-col-34-value-0">
            <a:extLst xmlns:a="http://schemas.openxmlformats.org/drawingml/2006/main">
              <a:ext uri="{FF2B5EF4-FFF2-40B4-BE49-F238E27FC236}">
                <a16:creationId xmlns:a16="http://schemas.microsoft.com/office/drawing/2014/main" id="{0C2319D1-92AF-420A-BF21-618D73EA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57778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2" name="A-I-row-14-col-35-value-0">
            <a:extLst xmlns:a="http://schemas.openxmlformats.org/drawingml/2006/main">
              <a:ext uri="{FF2B5EF4-FFF2-40B4-BE49-F238E27FC236}">
                <a16:creationId xmlns:a16="http://schemas.microsoft.com/office/drawing/2014/main" id="{11EC76F6-6CEC-4FF1-9A27-F1220517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7778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3" name="A-I-row-15-col-0-value-0">
            <a:extLst xmlns:a="http://schemas.openxmlformats.org/drawingml/2006/main">
              <a:ext uri="{FF2B5EF4-FFF2-40B4-BE49-F238E27FC236}">
                <a16:creationId xmlns:a16="http://schemas.microsoft.com/office/drawing/2014/main" id="{6C26A0C1-6219-4262-939F-205A026A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8197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4" name="A-I-row-15-col-1-value-0">
            <a:extLst xmlns:a="http://schemas.openxmlformats.org/drawingml/2006/main">
              <a:ext uri="{FF2B5EF4-FFF2-40B4-BE49-F238E27FC236}">
                <a16:creationId xmlns:a16="http://schemas.microsoft.com/office/drawing/2014/main" id="{0FB9C67E-D08F-4D20-997F-17A47308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58197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5" name="A-I-row-15-col-2-value-0">
            <a:extLst xmlns:a="http://schemas.openxmlformats.org/drawingml/2006/main">
              <a:ext uri="{FF2B5EF4-FFF2-40B4-BE49-F238E27FC236}">
                <a16:creationId xmlns:a16="http://schemas.microsoft.com/office/drawing/2014/main" id="{E61BDC43-B143-404A-8BA1-D93FC064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970" y="58197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6" name="A-I-row-15-col-3-value-0">
            <a:extLst xmlns:a="http://schemas.openxmlformats.org/drawingml/2006/main">
              <a:ext uri="{FF2B5EF4-FFF2-40B4-BE49-F238E27FC236}">
                <a16:creationId xmlns:a16="http://schemas.microsoft.com/office/drawing/2014/main" id="{5490F066-A659-4742-A3A9-66B4E09D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58197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7" name="A-I-row-15-col-4-value-0">
            <a:extLst xmlns:a="http://schemas.openxmlformats.org/drawingml/2006/main">
              <a:ext uri="{FF2B5EF4-FFF2-40B4-BE49-F238E27FC236}">
                <a16:creationId xmlns:a16="http://schemas.microsoft.com/office/drawing/2014/main" id="{10D96762-1220-4F92-BE1B-A2842863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90" y="58197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8" name="A-I-row-15-col-5-value-0">
            <a:extLst xmlns:a="http://schemas.openxmlformats.org/drawingml/2006/main">
              <a:ext uri="{FF2B5EF4-FFF2-40B4-BE49-F238E27FC236}">
                <a16:creationId xmlns:a16="http://schemas.microsoft.com/office/drawing/2014/main" id="{5FE6F9DA-8A90-43A3-A11E-989DF1AB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8197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9" name="A-I-row-15-col-6-value-0">
            <a:extLst xmlns:a="http://schemas.openxmlformats.org/drawingml/2006/main">
              <a:ext uri="{FF2B5EF4-FFF2-40B4-BE49-F238E27FC236}">
                <a16:creationId xmlns:a16="http://schemas.microsoft.com/office/drawing/2014/main" id="{A0CADC9C-0135-46CD-82D6-FE9F5DAF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10" y="58197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0" name="A-I-row-15-col-7-value-0">
            <a:extLst xmlns:a="http://schemas.openxmlformats.org/drawingml/2006/main">
              <a:ext uri="{FF2B5EF4-FFF2-40B4-BE49-F238E27FC236}">
                <a16:creationId xmlns:a16="http://schemas.microsoft.com/office/drawing/2014/main" id="{8CF913F7-5CCA-46A2-B9B1-18A6436F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58197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1" name="A-I-row-15-col-8-value-0">
            <a:extLst xmlns:a="http://schemas.openxmlformats.org/drawingml/2006/main">
              <a:ext uri="{FF2B5EF4-FFF2-40B4-BE49-F238E27FC236}">
                <a16:creationId xmlns:a16="http://schemas.microsoft.com/office/drawing/2014/main" id="{CF91A04C-DD7C-4668-BBF4-56053194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30" y="58197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2" name="A-I-row-15-col-9-value-0">
            <a:extLst xmlns:a="http://schemas.openxmlformats.org/drawingml/2006/main">
              <a:ext uri="{FF2B5EF4-FFF2-40B4-BE49-F238E27FC236}">
                <a16:creationId xmlns:a16="http://schemas.microsoft.com/office/drawing/2014/main" id="{5F0D206B-C33C-4E28-84D1-B22E14A9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40" y="58197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3" name="A-I-row-15-col-10-value-0">
            <a:extLst xmlns:a="http://schemas.openxmlformats.org/drawingml/2006/main">
              <a:ext uri="{FF2B5EF4-FFF2-40B4-BE49-F238E27FC236}">
                <a16:creationId xmlns:a16="http://schemas.microsoft.com/office/drawing/2014/main" id="{0F7F6C8C-003E-45B9-AAB9-D417B8E6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8197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4" name="A-I-row-15-col-11-value-0">
            <a:extLst xmlns:a="http://schemas.openxmlformats.org/drawingml/2006/main">
              <a:ext uri="{FF2B5EF4-FFF2-40B4-BE49-F238E27FC236}">
                <a16:creationId xmlns:a16="http://schemas.microsoft.com/office/drawing/2014/main" id="{19FD2DFE-1313-47C8-AABE-D071DA9B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58197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5" name="A-I-row-15-col-12-value-0">
            <a:extLst xmlns:a="http://schemas.openxmlformats.org/drawingml/2006/main">
              <a:ext uri="{FF2B5EF4-FFF2-40B4-BE49-F238E27FC236}">
                <a16:creationId xmlns:a16="http://schemas.microsoft.com/office/drawing/2014/main" id="{05E13761-A757-4E8C-BEF3-D6F4F2D8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70" y="58197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6" name="A-I-row-15-col-13-value-0">
            <a:extLst xmlns:a="http://schemas.openxmlformats.org/drawingml/2006/main">
              <a:ext uri="{FF2B5EF4-FFF2-40B4-BE49-F238E27FC236}">
                <a16:creationId xmlns:a16="http://schemas.microsoft.com/office/drawing/2014/main" id="{236A0FD1-223D-4D7C-8E14-F0D4318D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58197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7" name="A-I-row-15-col-14-value-0.9326044062299778">
            <a:extLst xmlns:a="http://schemas.openxmlformats.org/drawingml/2006/main">
              <a:ext uri="{FF2B5EF4-FFF2-40B4-BE49-F238E27FC236}">
                <a16:creationId xmlns:a16="http://schemas.microsoft.com/office/drawing/2014/main" id="{C1A73FC8-E0A7-4F2F-A0D4-EC535144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58197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4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8" name="A-I-row-15-col-15-value-0">
            <a:extLst xmlns:a="http://schemas.openxmlformats.org/drawingml/2006/main">
              <a:ext uri="{FF2B5EF4-FFF2-40B4-BE49-F238E27FC236}">
                <a16:creationId xmlns:a16="http://schemas.microsoft.com/office/drawing/2014/main" id="{97B44C24-7EC8-4FDD-8B81-855831DF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8197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9" name="A-I-row-15-col-16-value-0.8366741386777485">
            <a:extLst xmlns:a="http://schemas.openxmlformats.org/drawingml/2006/main">
              <a:ext uri="{FF2B5EF4-FFF2-40B4-BE49-F238E27FC236}">
                <a16:creationId xmlns:a16="http://schemas.microsoft.com/office/drawing/2014/main" id="{E2BF89A8-8B13-4935-8B25-AAA5F406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58197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A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0" name="A-I-row-15-col-17-value-0.5994578006359796">
            <a:extLst xmlns:a="http://schemas.openxmlformats.org/drawingml/2006/main">
              <a:ext uri="{FF2B5EF4-FFF2-40B4-BE49-F238E27FC236}">
                <a16:creationId xmlns:a16="http://schemas.microsoft.com/office/drawing/2014/main" id="{C5DA72A6-9796-4C1F-86A0-D5F0EF1C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58197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8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1" name="A-I-row-15-col-18-value-0.8461585566677918">
            <a:extLst xmlns:a="http://schemas.openxmlformats.org/drawingml/2006/main">
              <a:ext uri="{FF2B5EF4-FFF2-40B4-BE49-F238E27FC236}">
                <a16:creationId xmlns:a16="http://schemas.microsoft.com/office/drawing/2014/main" id="{19606C4C-DE2D-4E1B-A9DD-5584D42C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58197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8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2" name="A-I-row-15-col-19-value-0.8785357976778855">
            <a:extLst xmlns:a="http://schemas.openxmlformats.org/drawingml/2006/main">
              <a:ext uri="{FF2B5EF4-FFF2-40B4-BE49-F238E27FC236}">
                <a16:creationId xmlns:a16="http://schemas.microsoft.com/office/drawing/2014/main" id="{B9E661C9-2E41-4DEC-B92F-08EE0E05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58197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5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3" name="A-I-row-15-col-20-value-0">
            <a:extLst xmlns:a="http://schemas.openxmlformats.org/drawingml/2006/main">
              <a:ext uri="{FF2B5EF4-FFF2-40B4-BE49-F238E27FC236}">
                <a16:creationId xmlns:a16="http://schemas.microsoft.com/office/drawing/2014/main" id="{1A1F40DF-C4B6-457B-8C9C-16EDEBB2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8197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4" name="A-I-row-15-col-21-value-0">
            <a:extLst xmlns:a="http://schemas.openxmlformats.org/drawingml/2006/main">
              <a:ext uri="{FF2B5EF4-FFF2-40B4-BE49-F238E27FC236}">
                <a16:creationId xmlns:a16="http://schemas.microsoft.com/office/drawing/2014/main" id="{E5DE1E3B-833A-4A0F-9557-D00EE68A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58197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5" name="A-I-row-15-col-22-value-0">
            <a:extLst xmlns:a="http://schemas.openxmlformats.org/drawingml/2006/main">
              <a:ext uri="{FF2B5EF4-FFF2-40B4-BE49-F238E27FC236}">
                <a16:creationId xmlns:a16="http://schemas.microsoft.com/office/drawing/2014/main" id="{8983DA8D-F6BB-4940-8379-F8F5D019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170" y="58197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6" name="A-I-row-15-col-23-value-0">
            <a:extLst xmlns:a="http://schemas.openxmlformats.org/drawingml/2006/main">
              <a:ext uri="{FF2B5EF4-FFF2-40B4-BE49-F238E27FC236}">
                <a16:creationId xmlns:a16="http://schemas.microsoft.com/office/drawing/2014/main" id="{4AE0F355-AFA7-432B-9957-9DB3B9DC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58197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7" name="A-I-row-15-col-24-value-0">
            <a:extLst xmlns:a="http://schemas.openxmlformats.org/drawingml/2006/main">
              <a:ext uri="{FF2B5EF4-FFF2-40B4-BE49-F238E27FC236}">
                <a16:creationId xmlns:a16="http://schemas.microsoft.com/office/drawing/2014/main" id="{2DC0678D-1444-40EE-AF23-462E8503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990" y="58197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8" name="A-I-row-15-col-25-value-0">
            <a:extLst xmlns:a="http://schemas.openxmlformats.org/drawingml/2006/main">
              <a:ext uri="{FF2B5EF4-FFF2-40B4-BE49-F238E27FC236}">
                <a16:creationId xmlns:a16="http://schemas.microsoft.com/office/drawing/2014/main" id="{04DD8465-A879-4BD5-B63F-7F0F62F6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8197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9" name="A-I-row-15-col-26-value-0">
            <a:extLst xmlns:a="http://schemas.openxmlformats.org/drawingml/2006/main">
              <a:ext uri="{FF2B5EF4-FFF2-40B4-BE49-F238E27FC236}">
                <a16:creationId xmlns:a16="http://schemas.microsoft.com/office/drawing/2014/main" id="{F7935DBD-4D8A-4DE5-B55D-37CABCD1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58197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0" name="A-I-row-15-col-27-value-0">
            <a:extLst xmlns:a="http://schemas.openxmlformats.org/drawingml/2006/main">
              <a:ext uri="{FF2B5EF4-FFF2-40B4-BE49-F238E27FC236}">
                <a16:creationId xmlns:a16="http://schemas.microsoft.com/office/drawing/2014/main" id="{A8FF319F-9562-4848-AB7E-B2CA9FA4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58197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1" name="A-I-row-15-col-28-value-0">
            <a:extLst xmlns:a="http://schemas.openxmlformats.org/drawingml/2006/main">
              <a:ext uri="{FF2B5EF4-FFF2-40B4-BE49-F238E27FC236}">
                <a16:creationId xmlns:a16="http://schemas.microsoft.com/office/drawing/2014/main" id="{AB182207-316C-44C1-B20A-DF1826A8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58197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2" name="A-I-row-15-col-29-value-0">
            <a:extLst xmlns:a="http://schemas.openxmlformats.org/drawingml/2006/main">
              <a:ext uri="{FF2B5EF4-FFF2-40B4-BE49-F238E27FC236}">
                <a16:creationId xmlns:a16="http://schemas.microsoft.com/office/drawing/2014/main" id="{D0901D72-9C4E-4CA8-A661-BC71B8B3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58197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3" name="A-I-row-15-col-30-value-0">
            <a:extLst xmlns:a="http://schemas.openxmlformats.org/drawingml/2006/main">
              <a:ext uri="{FF2B5EF4-FFF2-40B4-BE49-F238E27FC236}">
                <a16:creationId xmlns:a16="http://schemas.microsoft.com/office/drawing/2014/main" id="{5D68861D-5621-4347-9C7A-4B2DFA0E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197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4" name="A-I-row-15-col-31-value-0">
            <a:extLst xmlns:a="http://schemas.openxmlformats.org/drawingml/2006/main">
              <a:ext uri="{FF2B5EF4-FFF2-40B4-BE49-F238E27FC236}">
                <a16:creationId xmlns:a16="http://schemas.microsoft.com/office/drawing/2014/main" id="{51D44696-BE7F-4B25-B4DF-4545A072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58197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5" name="A-I-row-15-col-32-value-0">
            <a:extLst xmlns:a="http://schemas.openxmlformats.org/drawingml/2006/main">
              <a:ext uri="{FF2B5EF4-FFF2-40B4-BE49-F238E27FC236}">
                <a16:creationId xmlns:a16="http://schemas.microsoft.com/office/drawing/2014/main" id="{7C4E39D3-37B6-4105-8131-878B9DC5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58197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6" name="A-I-row-15-col-33-value-0.7082669484766845">
            <a:extLst xmlns:a="http://schemas.openxmlformats.org/drawingml/2006/main">
              <a:ext uri="{FF2B5EF4-FFF2-40B4-BE49-F238E27FC236}">
                <a16:creationId xmlns:a16="http://schemas.microsoft.com/office/drawing/2014/main" id="{12D9D728-6986-40F0-9D36-41BF06A5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58197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C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7" name="A-I-row-15-col-34-value-0">
            <a:extLst xmlns:a="http://schemas.openxmlformats.org/drawingml/2006/main">
              <a:ext uri="{FF2B5EF4-FFF2-40B4-BE49-F238E27FC236}">
                <a16:creationId xmlns:a16="http://schemas.microsoft.com/office/drawing/2014/main" id="{3297C32B-7B94-4054-8804-72D212BC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58197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8" name="A-I-row-15-col-35-value-0">
            <a:extLst xmlns:a="http://schemas.openxmlformats.org/drawingml/2006/main">
              <a:ext uri="{FF2B5EF4-FFF2-40B4-BE49-F238E27FC236}">
                <a16:creationId xmlns:a16="http://schemas.microsoft.com/office/drawing/2014/main" id="{480B803A-7641-42B3-A777-5E8D2FFB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197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9" name="A-I-row-16-col-0-value-0">
            <a:extLst xmlns:a="http://schemas.openxmlformats.org/drawingml/2006/main">
              <a:ext uri="{FF2B5EF4-FFF2-40B4-BE49-F238E27FC236}">
                <a16:creationId xmlns:a16="http://schemas.microsoft.com/office/drawing/2014/main" id="{5E16DD91-6DF9-4BB1-986C-FFC0D17D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8616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0" name="A-I-row-16-col-1-value-0">
            <a:extLst xmlns:a="http://schemas.openxmlformats.org/drawingml/2006/main">
              <a:ext uri="{FF2B5EF4-FFF2-40B4-BE49-F238E27FC236}">
                <a16:creationId xmlns:a16="http://schemas.microsoft.com/office/drawing/2014/main" id="{AA79F02D-52CD-48BF-8AF8-DE283258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58616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1" name="A-I-row-16-col-2-value-0">
            <a:extLst xmlns:a="http://schemas.openxmlformats.org/drawingml/2006/main">
              <a:ext uri="{FF2B5EF4-FFF2-40B4-BE49-F238E27FC236}">
                <a16:creationId xmlns:a16="http://schemas.microsoft.com/office/drawing/2014/main" id="{F091725A-9429-4F62-82C5-0160E3A5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970" y="58616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2" name="A-I-row-16-col-3-value-0">
            <a:extLst xmlns:a="http://schemas.openxmlformats.org/drawingml/2006/main">
              <a:ext uri="{FF2B5EF4-FFF2-40B4-BE49-F238E27FC236}">
                <a16:creationId xmlns:a16="http://schemas.microsoft.com/office/drawing/2014/main" id="{61E09B3A-7F21-4D3E-8A69-BEC695EE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58616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3" name="A-I-row-16-col-4-value-0">
            <a:extLst xmlns:a="http://schemas.openxmlformats.org/drawingml/2006/main">
              <a:ext uri="{FF2B5EF4-FFF2-40B4-BE49-F238E27FC236}">
                <a16:creationId xmlns:a16="http://schemas.microsoft.com/office/drawing/2014/main" id="{759F1D8D-3E54-4E6C-A3E0-269280D2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90" y="58616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4" name="A-I-row-16-col-5-value-0">
            <a:extLst xmlns:a="http://schemas.openxmlformats.org/drawingml/2006/main">
              <a:ext uri="{FF2B5EF4-FFF2-40B4-BE49-F238E27FC236}">
                <a16:creationId xmlns:a16="http://schemas.microsoft.com/office/drawing/2014/main" id="{FCE25763-0F57-45C9-B1C2-E68C5ACA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8616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5" name="A-I-row-16-col-6-value-0.5140367993368005">
            <a:extLst xmlns:a="http://schemas.openxmlformats.org/drawingml/2006/main">
              <a:ext uri="{FF2B5EF4-FFF2-40B4-BE49-F238E27FC236}">
                <a16:creationId xmlns:a16="http://schemas.microsoft.com/office/drawing/2014/main" id="{2F33B8F6-A701-46F9-AC48-994414F3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10" y="58616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A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6" name="A-I-row-16-col-7-value-0">
            <a:extLst xmlns:a="http://schemas.openxmlformats.org/drawingml/2006/main">
              <a:ext uri="{FF2B5EF4-FFF2-40B4-BE49-F238E27FC236}">
                <a16:creationId xmlns:a16="http://schemas.microsoft.com/office/drawing/2014/main" id="{F02D77B5-6C44-4F2A-831C-E6C987C5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58616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7" name="A-I-row-16-col-8-value-0">
            <a:extLst xmlns:a="http://schemas.openxmlformats.org/drawingml/2006/main">
              <a:ext uri="{FF2B5EF4-FFF2-40B4-BE49-F238E27FC236}">
                <a16:creationId xmlns:a16="http://schemas.microsoft.com/office/drawing/2014/main" id="{7FE69AEE-54EF-45AF-AFD0-4C762340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30" y="58616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8" name="A-I-row-16-col-9-value-0">
            <a:extLst xmlns:a="http://schemas.openxmlformats.org/drawingml/2006/main">
              <a:ext uri="{FF2B5EF4-FFF2-40B4-BE49-F238E27FC236}">
                <a16:creationId xmlns:a16="http://schemas.microsoft.com/office/drawing/2014/main" id="{305174C5-023C-40E6-9042-74982898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40" y="58616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9" name="A-I-row-16-col-10-value-0">
            <a:extLst xmlns:a="http://schemas.openxmlformats.org/drawingml/2006/main">
              <a:ext uri="{FF2B5EF4-FFF2-40B4-BE49-F238E27FC236}">
                <a16:creationId xmlns:a16="http://schemas.microsoft.com/office/drawing/2014/main" id="{9C258ADB-AEEB-47AD-8986-6FA04DA0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8616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0" name="A-I-row-16-col-11-value-0">
            <a:extLst xmlns:a="http://schemas.openxmlformats.org/drawingml/2006/main">
              <a:ext uri="{FF2B5EF4-FFF2-40B4-BE49-F238E27FC236}">
                <a16:creationId xmlns:a16="http://schemas.microsoft.com/office/drawing/2014/main" id="{2E12E022-EB51-479A-91E4-4E98C834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58616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1" name="A-I-row-16-col-12-value-0">
            <a:extLst xmlns:a="http://schemas.openxmlformats.org/drawingml/2006/main">
              <a:ext uri="{FF2B5EF4-FFF2-40B4-BE49-F238E27FC236}">
                <a16:creationId xmlns:a16="http://schemas.microsoft.com/office/drawing/2014/main" id="{2111986D-EC6A-436A-A4BF-E4993969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70" y="58616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2" name="A-I-row-16-col-13-value-0">
            <a:extLst xmlns:a="http://schemas.openxmlformats.org/drawingml/2006/main">
              <a:ext uri="{FF2B5EF4-FFF2-40B4-BE49-F238E27FC236}">
                <a16:creationId xmlns:a16="http://schemas.microsoft.com/office/drawing/2014/main" id="{35A902B9-6A96-4F6A-918F-54F3A0E0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58616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3" name="A-I-row-16-col-14-value-0.7596685192282335">
            <a:extLst xmlns:a="http://schemas.openxmlformats.org/drawingml/2006/main">
              <a:ext uri="{FF2B5EF4-FFF2-40B4-BE49-F238E27FC236}">
                <a16:creationId xmlns:a16="http://schemas.microsoft.com/office/drawing/2014/main" id="{70253902-DE0D-4876-A74D-965BC95B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58616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4" name="A-I-row-16-col-15-value-0.8366741386777485">
            <a:extLst xmlns:a="http://schemas.openxmlformats.org/drawingml/2006/main">
              <a:ext uri="{FF2B5EF4-FFF2-40B4-BE49-F238E27FC236}">
                <a16:creationId xmlns:a16="http://schemas.microsoft.com/office/drawing/2014/main" id="{26AE10E7-5600-419E-A86F-50217EE8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8616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A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5" name="A-I-row-16-col-16-value-0">
            <a:extLst xmlns:a="http://schemas.openxmlformats.org/drawingml/2006/main">
              <a:ext uri="{FF2B5EF4-FFF2-40B4-BE49-F238E27FC236}">
                <a16:creationId xmlns:a16="http://schemas.microsoft.com/office/drawing/2014/main" id="{A8D19B2E-A284-4165-B9CA-6F967BC1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58616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6" name="A-I-row-16-col-17-value-0.8153303737118772">
            <a:extLst xmlns:a="http://schemas.openxmlformats.org/drawingml/2006/main">
              <a:ext uri="{FF2B5EF4-FFF2-40B4-BE49-F238E27FC236}">
                <a16:creationId xmlns:a16="http://schemas.microsoft.com/office/drawing/2014/main" id="{50690031-5052-4603-9AFD-1897C6B5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58616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0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7" name="A-I-row-16-col-18-value-0.7233837048802301">
            <a:extLst xmlns:a="http://schemas.openxmlformats.org/drawingml/2006/main">
              <a:ext uri="{FF2B5EF4-FFF2-40B4-BE49-F238E27FC236}">
                <a16:creationId xmlns:a16="http://schemas.microsoft.com/office/drawing/2014/main" id="{117EA6EA-A419-4854-BBE8-5221EB09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58616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8" name="A-I-row-16-col-19-value-0.6862326096412348">
            <a:extLst xmlns:a="http://schemas.openxmlformats.org/drawingml/2006/main">
              <a:ext uri="{FF2B5EF4-FFF2-40B4-BE49-F238E27FC236}">
                <a16:creationId xmlns:a16="http://schemas.microsoft.com/office/drawing/2014/main" id="{C5A4805F-1386-4550-8794-5493C7A0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58616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82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9" name="A-I-row-16-col-20-value-0">
            <a:extLst xmlns:a="http://schemas.openxmlformats.org/drawingml/2006/main">
              <a:ext uri="{FF2B5EF4-FFF2-40B4-BE49-F238E27FC236}">
                <a16:creationId xmlns:a16="http://schemas.microsoft.com/office/drawing/2014/main" id="{4056BA81-7C52-42CD-BC59-8C408FD4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8616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0" name="A-I-row-16-col-21-value-0">
            <a:extLst xmlns:a="http://schemas.openxmlformats.org/drawingml/2006/main">
              <a:ext uri="{FF2B5EF4-FFF2-40B4-BE49-F238E27FC236}">
                <a16:creationId xmlns:a16="http://schemas.microsoft.com/office/drawing/2014/main" id="{3C8B65CC-DB4B-486F-8C06-332927EF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58616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1" name="A-I-row-16-col-22-value-0">
            <a:extLst xmlns:a="http://schemas.openxmlformats.org/drawingml/2006/main">
              <a:ext uri="{FF2B5EF4-FFF2-40B4-BE49-F238E27FC236}">
                <a16:creationId xmlns:a16="http://schemas.microsoft.com/office/drawing/2014/main" id="{0077667D-348F-47E6-9ABD-E8832035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170" y="58616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2" name="A-I-row-16-col-23-value-0">
            <a:extLst xmlns:a="http://schemas.openxmlformats.org/drawingml/2006/main">
              <a:ext uri="{FF2B5EF4-FFF2-40B4-BE49-F238E27FC236}">
                <a16:creationId xmlns:a16="http://schemas.microsoft.com/office/drawing/2014/main" id="{501B95BC-902D-4329-B0B8-D91ABEC0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58616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3" name="A-I-row-16-col-24-value-0">
            <a:extLst xmlns:a="http://schemas.openxmlformats.org/drawingml/2006/main">
              <a:ext uri="{FF2B5EF4-FFF2-40B4-BE49-F238E27FC236}">
                <a16:creationId xmlns:a16="http://schemas.microsoft.com/office/drawing/2014/main" id="{6282F617-E82D-4C53-94AD-F527F173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990" y="58616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4" name="A-I-row-16-col-25-value-0">
            <a:extLst xmlns:a="http://schemas.openxmlformats.org/drawingml/2006/main">
              <a:ext uri="{FF2B5EF4-FFF2-40B4-BE49-F238E27FC236}">
                <a16:creationId xmlns:a16="http://schemas.microsoft.com/office/drawing/2014/main" id="{AD88CF57-783E-4237-8A78-CE822B35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8616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5" name="A-I-row-16-col-26-value-0">
            <a:extLst xmlns:a="http://schemas.openxmlformats.org/drawingml/2006/main">
              <a:ext uri="{FF2B5EF4-FFF2-40B4-BE49-F238E27FC236}">
                <a16:creationId xmlns:a16="http://schemas.microsoft.com/office/drawing/2014/main" id="{249F96DC-4BE6-417D-A290-3272D02D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58616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6" name="A-I-row-16-col-27-value-0">
            <a:extLst xmlns:a="http://schemas.openxmlformats.org/drawingml/2006/main">
              <a:ext uri="{FF2B5EF4-FFF2-40B4-BE49-F238E27FC236}">
                <a16:creationId xmlns:a16="http://schemas.microsoft.com/office/drawing/2014/main" id="{CB8A5696-FBBF-4854-B9CE-E1377C8A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58616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7" name="A-I-row-16-col-28-value-0">
            <a:extLst xmlns:a="http://schemas.openxmlformats.org/drawingml/2006/main">
              <a:ext uri="{FF2B5EF4-FFF2-40B4-BE49-F238E27FC236}">
                <a16:creationId xmlns:a16="http://schemas.microsoft.com/office/drawing/2014/main" id="{26DBA932-F731-42CB-B584-6D3D7DF3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58616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8" name="A-I-row-16-col-29-value-0">
            <a:extLst xmlns:a="http://schemas.openxmlformats.org/drawingml/2006/main">
              <a:ext uri="{FF2B5EF4-FFF2-40B4-BE49-F238E27FC236}">
                <a16:creationId xmlns:a16="http://schemas.microsoft.com/office/drawing/2014/main" id="{19D7F0A6-37E5-47A4-8C64-B25D45E3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58616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9" name="A-I-row-16-col-30-value-0">
            <a:extLst xmlns:a="http://schemas.openxmlformats.org/drawingml/2006/main">
              <a:ext uri="{FF2B5EF4-FFF2-40B4-BE49-F238E27FC236}">
                <a16:creationId xmlns:a16="http://schemas.microsoft.com/office/drawing/2014/main" id="{A8660365-8AC5-411B-B73A-1BDD01C8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616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0" name="A-I-row-16-col-31-value-0">
            <a:extLst xmlns:a="http://schemas.openxmlformats.org/drawingml/2006/main">
              <a:ext uri="{FF2B5EF4-FFF2-40B4-BE49-F238E27FC236}">
                <a16:creationId xmlns:a16="http://schemas.microsoft.com/office/drawing/2014/main" id="{786BC1D8-FE86-48B6-BD1D-E467D0A4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58616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1" name="A-I-row-16-col-32-value-0">
            <a:extLst xmlns:a="http://schemas.openxmlformats.org/drawingml/2006/main">
              <a:ext uri="{FF2B5EF4-FFF2-40B4-BE49-F238E27FC236}">
                <a16:creationId xmlns:a16="http://schemas.microsoft.com/office/drawing/2014/main" id="{18BFA592-B0A5-4CFC-95EE-5B9DC33A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58616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2" name="A-I-row-16-col-33-value-0.9088013790380124">
            <a:extLst xmlns:a="http://schemas.openxmlformats.org/drawingml/2006/main">
              <a:ext uri="{FF2B5EF4-FFF2-40B4-BE49-F238E27FC236}">
                <a16:creationId xmlns:a16="http://schemas.microsoft.com/office/drawing/2014/main" id="{B692E96A-6AD0-4C59-BBD3-BFCF2200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58616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48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3" name="A-I-row-16-col-34-value-0.6464009708951624">
            <a:extLst xmlns:a="http://schemas.openxmlformats.org/drawingml/2006/main">
              <a:ext uri="{FF2B5EF4-FFF2-40B4-BE49-F238E27FC236}">
                <a16:creationId xmlns:a16="http://schemas.microsoft.com/office/drawing/2014/main" id="{37BF1F24-3B36-4919-AEBE-4FE6A483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58616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8C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4" name="A-I-row-16-col-35-value-0">
            <a:extLst xmlns:a="http://schemas.openxmlformats.org/drawingml/2006/main">
              <a:ext uri="{FF2B5EF4-FFF2-40B4-BE49-F238E27FC236}">
                <a16:creationId xmlns:a16="http://schemas.microsoft.com/office/drawing/2014/main" id="{7D89A517-5561-4FE7-A397-B19BD3D8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16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5" name="A-I-row-17-col-0-value-0">
            <a:extLst xmlns:a="http://schemas.openxmlformats.org/drawingml/2006/main">
              <a:ext uri="{FF2B5EF4-FFF2-40B4-BE49-F238E27FC236}">
                <a16:creationId xmlns:a16="http://schemas.microsoft.com/office/drawing/2014/main" id="{6E81F390-22BD-478B-AD1C-36BAC7A1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9035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6" name="A-I-row-17-col-1-value-0">
            <a:extLst xmlns:a="http://schemas.openxmlformats.org/drawingml/2006/main">
              <a:ext uri="{FF2B5EF4-FFF2-40B4-BE49-F238E27FC236}">
                <a16:creationId xmlns:a16="http://schemas.microsoft.com/office/drawing/2014/main" id="{0666EC3E-AC9F-42CF-9D5B-0AE94A66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59035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7" name="A-I-row-17-col-2-value-0">
            <a:extLst xmlns:a="http://schemas.openxmlformats.org/drawingml/2006/main">
              <a:ext uri="{FF2B5EF4-FFF2-40B4-BE49-F238E27FC236}">
                <a16:creationId xmlns:a16="http://schemas.microsoft.com/office/drawing/2014/main" id="{07FBA5EB-CADD-405E-A42D-EC36BCBA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970" y="59035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8" name="A-I-row-17-col-3-value-0">
            <a:extLst xmlns:a="http://schemas.openxmlformats.org/drawingml/2006/main">
              <a:ext uri="{FF2B5EF4-FFF2-40B4-BE49-F238E27FC236}">
                <a16:creationId xmlns:a16="http://schemas.microsoft.com/office/drawing/2014/main" id="{759A1645-89FB-40A2-A633-0B928846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59035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9" name="A-I-row-17-col-4-value-0">
            <a:extLst xmlns:a="http://schemas.openxmlformats.org/drawingml/2006/main">
              <a:ext uri="{FF2B5EF4-FFF2-40B4-BE49-F238E27FC236}">
                <a16:creationId xmlns:a16="http://schemas.microsoft.com/office/drawing/2014/main" id="{B680C7E9-4881-4D7D-AAE2-B7197751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90" y="59035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0" name="A-I-row-17-col-5-value-0">
            <a:extLst xmlns:a="http://schemas.openxmlformats.org/drawingml/2006/main">
              <a:ext uri="{FF2B5EF4-FFF2-40B4-BE49-F238E27FC236}">
                <a16:creationId xmlns:a16="http://schemas.microsoft.com/office/drawing/2014/main" id="{2F36F7E2-D731-4B3B-8754-48ABFA1A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9035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1" name="A-I-row-17-col-6-value-0">
            <a:extLst xmlns:a="http://schemas.openxmlformats.org/drawingml/2006/main">
              <a:ext uri="{FF2B5EF4-FFF2-40B4-BE49-F238E27FC236}">
                <a16:creationId xmlns:a16="http://schemas.microsoft.com/office/drawing/2014/main" id="{CEB6C02B-F6FC-4460-B631-835EC87A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10" y="59035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2" name="A-I-row-17-col-7-value-0">
            <a:extLst xmlns:a="http://schemas.openxmlformats.org/drawingml/2006/main">
              <a:ext uri="{FF2B5EF4-FFF2-40B4-BE49-F238E27FC236}">
                <a16:creationId xmlns:a16="http://schemas.microsoft.com/office/drawing/2014/main" id="{AF4568C9-7B02-43AB-AC41-C2501FA0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59035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3" name="A-I-row-17-col-8-value-0">
            <a:extLst xmlns:a="http://schemas.openxmlformats.org/drawingml/2006/main">
              <a:ext uri="{FF2B5EF4-FFF2-40B4-BE49-F238E27FC236}">
                <a16:creationId xmlns:a16="http://schemas.microsoft.com/office/drawing/2014/main" id="{8417A9CF-26FB-4A9A-A439-4356F65B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30" y="59035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4" name="A-I-row-17-col-9-value-0">
            <a:extLst xmlns:a="http://schemas.openxmlformats.org/drawingml/2006/main">
              <a:ext uri="{FF2B5EF4-FFF2-40B4-BE49-F238E27FC236}">
                <a16:creationId xmlns:a16="http://schemas.microsoft.com/office/drawing/2014/main" id="{67F4F3AA-891B-4886-A41B-961C702D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40" y="59035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5" name="A-I-row-17-col-10-value-0">
            <a:extLst xmlns:a="http://schemas.openxmlformats.org/drawingml/2006/main">
              <a:ext uri="{FF2B5EF4-FFF2-40B4-BE49-F238E27FC236}">
                <a16:creationId xmlns:a16="http://schemas.microsoft.com/office/drawing/2014/main" id="{6749D1B1-27C6-42D0-8D46-B2267301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9035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6" name="A-I-row-17-col-11-value-0">
            <a:extLst xmlns:a="http://schemas.openxmlformats.org/drawingml/2006/main">
              <a:ext uri="{FF2B5EF4-FFF2-40B4-BE49-F238E27FC236}">
                <a16:creationId xmlns:a16="http://schemas.microsoft.com/office/drawing/2014/main" id="{F7159C77-AA91-486A-A121-9382EADD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59035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7" name="A-I-row-17-col-12-value-0">
            <a:extLst xmlns:a="http://schemas.openxmlformats.org/drawingml/2006/main">
              <a:ext uri="{FF2B5EF4-FFF2-40B4-BE49-F238E27FC236}">
                <a16:creationId xmlns:a16="http://schemas.microsoft.com/office/drawing/2014/main" id="{766B2EE4-17C6-4F55-B859-3EB71715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70" y="59035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8" name="A-I-row-17-col-13-value-0">
            <a:extLst xmlns:a="http://schemas.openxmlformats.org/drawingml/2006/main">
              <a:ext uri="{FF2B5EF4-FFF2-40B4-BE49-F238E27FC236}">
                <a16:creationId xmlns:a16="http://schemas.microsoft.com/office/drawing/2014/main" id="{E64A3573-051F-4765-87EF-D1E8E804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59035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9" name="A-I-row-17-col-14-value-0">
            <a:extLst xmlns:a="http://schemas.openxmlformats.org/drawingml/2006/main">
              <a:ext uri="{FF2B5EF4-FFF2-40B4-BE49-F238E27FC236}">
                <a16:creationId xmlns:a16="http://schemas.microsoft.com/office/drawing/2014/main" id="{08AE9340-0ECE-4CDC-AD6A-5E2B5E62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59035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0" name="A-I-row-17-col-15-value-0.5994578006359796">
            <a:extLst xmlns:a="http://schemas.openxmlformats.org/drawingml/2006/main">
              <a:ext uri="{FF2B5EF4-FFF2-40B4-BE49-F238E27FC236}">
                <a16:creationId xmlns:a16="http://schemas.microsoft.com/office/drawing/2014/main" id="{E26FF1E9-EDFA-4D8D-BFF9-B59D2382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9035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8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1" name="A-I-row-17-col-16-value-0.8153303737118772">
            <a:extLst xmlns:a="http://schemas.openxmlformats.org/drawingml/2006/main">
              <a:ext uri="{FF2B5EF4-FFF2-40B4-BE49-F238E27FC236}">
                <a16:creationId xmlns:a16="http://schemas.microsoft.com/office/drawing/2014/main" id="{99F32D8C-EDFF-4D48-A40A-CDD641F4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59035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0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2" name="A-I-row-17-col-17-value-0">
            <a:extLst xmlns:a="http://schemas.openxmlformats.org/drawingml/2006/main">
              <a:ext uri="{FF2B5EF4-FFF2-40B4-BE49-F238E27FC236}">
                <a16:creationId xmlns:a16="http://schemas.microsoft.com/office/drawing/2014/main" id="{092AA57D-7CBA-4670-B6C5-CB64E8D5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59035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3" name="A-I-row-17-col-18-value-0">
            <a:extLst xmlns:a="http://schemas.openxmlformats.org/drawingml/2006/main">
              <a:ext uri="{FF2B5EF4-FFF2-40B4-BE49-F238E27FC236}">
                <a16:creationId xmlns:a16="http://schemas.microsoft.com/office/drawing/2014/main" id="{C2E5E61D-555D-4D9E-AEA4-ABBBA21A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59035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4" name="A-I-row-17-col-19-value-0">
            <a:extLst xmlns:a="http://schemas.openxmlformats.org/drawingml/2006/main">
              <a:ext uri="{FF2B5EF4-FFF2-40B4-BE49-F238E27FC236}">
                <a16:creationId xmlns:a16="http://schemas.microsoft.com/office/drawing/2014/main" id="{70203A29-5676-48E9-B8D9-EB1CA1B3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59035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5" name="A-I-row-17-col-20-value-0">
            <a:extLst xmlns:a="http://schemas.openxmlformats.org/drawingml/2006/main">
              <a:ext uri="{FF2B5EF4-FFF2-40B4-BE49-F238E27FC236}">
                <a16:creationId xmlns:a16="http://schemas.microsoft.com/office/drawing/2014/main" id="{076E27D3-847F-4081-8FFD-42951D94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9035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6" name="A-I-row-17-col-21-value-0">
            <a:extLst xmlns:a="http://schemas.openxmlformats.org/drawingml/2006/main">
              <a:ext uri="{FF2B5EF4-FFF2-40B4-BE49-F238E27FC236}">
                <a16:creationId xmlns:a16="http://schemas.microsoft.com/office/drawing/2014/main" id="{A04B537D-08C8-4FF1-86E1-8AE6753C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59035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7" name="A-I-row-17-col-22-value-0">
            <a:extLst xmlns:a="http://schemas.openxmlformats.org/drawingml/2006/main">
              <a:ext uri="{FF2B5EF4-FFF2-40B4-BE49-F238E27FC236}">
                <a16:creationId xmlns:a16="http://schemas.microsoft.com/office/drawing/2014/main" id="{B0FDD500-5CDF-4B6D-B854-BF9193DB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170" y="59035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8" name="A-I-row-17-col-23-value-0">
            <a:extLst xmlns:a="http://schemas.openxmlformats.org/drawingml/2006/main">
              <a:ext uri="{FF2B5EF4-FFF2-40B4-BE49-F238E27FC236}">
                <a16:creationId xmlns:a16="http://schemas.microsoft.com/office/drawing/2014/main" id="{9BEE216B-AB42-4A9E-A86E-D510EE43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59035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9" name="A-I-row-17-col-24-value-0">
            <a:extLst xmlns:a="http://schemas.openxmlformats.org/drawingml/2006/main">
              <a:ext uri="{FF2B5EF4-FFF2-40B4-BE49-F238E27FC236}">
                <a16:creationId xmlns:a16="http://schemas.microsoft.com/office/drawing/2014/main" id="{07E216B1-7F7F-4BEC-A1B3-A6595E1D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990" y="59035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0" name="A-I-row-17-col-25-value-0">
            <a:extLst xmlns:a="http://schemas.openxmlformats.org/drawingml/2006/main">
              <a:ext uri="{FF2B5EF4-FFF2-40B4-BE49-F238E27FC236}">
                <a16:creationId xmlns:a16="http://schemas.microsoft.com/office/drawing/2014/main" id="{CDFCBF9C-AF62-478B-B916-490210AF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9035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1" name="A-I-row-17-col-26-value-0">
            <a:extLst xmlns:a="http://schemas.openxmlformats.org/drawingml/2006/main">
              <a:ext uri="{FF2B5EF4-FFF2-40B4-BE49-F238E27FC236}">
                <a16:creationId xmlns:a16="http://schemas.microsoft.com/office/drawing/2014/main" id="{9C0DFC64-3837-47FE-A684-19C45D04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59035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2" name="A-I-row-17-col-27-value-0">
            <a:extLst xmlns:a="http://schemas.openxmlformats.org/drawingml/2006/main">
              <a:ext uri="{FF2B5EF4-FFF2-40B4-BE49-F238E27FC236}">
                <a16:creationId xmlns:a16="http://schemas.microsoft.com/office/drawing/2014/main" id="{341DA35F-A619-4E49-924A-0EE0FCCB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59035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3" name="A-I-row-17-col-28-value-0">
            <a:extLst xmlns:a="http://schemas.openxmlformats.org/drawingml/2006/main">
              <a:ext uri="{FF2B5EF4-FFF2-40B4-BE49-F238E27FC236}">
                <a16:creationId xmlns:a16="http://schemas.microsoft.com/office/drawing/2014/main" id="{97BC7997-4F92-4C2E-B3F3-D48BBC1B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59035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4" name="A-I-row-17-col-29-value-0">
            <a:extLst xmlns:a="http://schemas.openxmlformats.org/drawingml/2006/main">
              <a:ext uri="{FF2B5EF4-FFF2-40B4-BE49-F238E27FC236}">
                <a16:creationId xmlns:a16="http://schemas.microsoft.com/office/drawing/2014/main" id="{E7451EB3-7D60-43A9-AF49-EC5BAFB9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59035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5" name="A-I-row-17-col-30-value-0">
            <a:extLst xmlns:a="http://schemas.openxmlformats.org/drawingml/2006/main">
              <a:ext uri="{FF2B5EF4-FFF2-40B4-BE49-F238E27FC236}">
                <a16:creationId xmlns:a16="http://schemas.microsoft.com/office/drawing/2014/main" id="{FDAC8966-1817-40FD-A2A8-148028D4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9035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6" name="A-I-row-17-col-31-value-0">
            <a:extLst xmlns:a="http://schemas.openxmlformats.org/drawingml/2006/main">
              <a:ext uri="{FF2B5EF4-FFF2-40B4-BE49-F238E27FC236}">
                <a16:creationId xmlns:a16="http://schemas.microsoft.com/office/drawing/2014/main" id="{FE148D8C-59F3-4472-9842-93B7F34A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59035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7" name="A-I-row-17-col-32-value-0">
            <a:extLst xmlns:a="http://schemas.openxmlformats.org/drawingml/2006/main">
              <a:ext uri="{FF2B5EF4-FFF2-40B4-BE49-F238E27FC236}">
                <a16:creationId xmlns:a16="http://schemas.microsoft.com/office/drawing/2014/main" id="{5252A9E7-AF77-469D-A1D2-3A440AEE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59035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8" name="A-I-row-17-col-33-value-0.8787705548685354">
            <a:extLst xmlns:a="http://schemas.openxmlformats.org/drawingml/2006/main">
              <a:ext uri="{FF2B5EF4-FFF2-40B4-BE49-F238E27FC236}">
                <a16:creationId xmlns:a16="http://schemas.microsoft.com/office/drawing/2014/main" id="{FCAC69F4-593A-4B6A-B552-5377B0AA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59035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5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9" name="A-I-row-17-col-34-value-0.8562108638854031">
            <a:extLst xmlns:a="http://schemas.openxmlformats.org/drawingml/2006/main">
              <a:ext uri="{FF2B5EF4-FFF2-40B4-BE49-F238E27FC236}">
                <a16:creationId xmlns:a16="http://schemas.microsoft.com/office/drawing/2014/main" id="{F69BE49B-0652-4088-959C-A4DE7B60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59035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5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0" name="A-I-row-17-col-35-value-0">
            <a:extLst xmlns:a="http://schemas.openxmlformats.org/drawingml/2006/main">
              <a:ext uri="{FF2B5EF4-FFF2-40B4-BE49-F238E27FC236}">
                <a16:creationId xmlns:a16="http://schemas.microsoft.com/office/drawing/2014/main" id="{DEE80D1E-1696-4C70-B9F4-77E644F5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9035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1" name="A-I-row-18-col-0-value-0">
            <a:extLst xmlns:a="http://schemas.openxmlformats.org/drawingml/2006/main">
              <a:ext uri="{FF2B5EF4-FFF2-40B4-BE49-F238E27FC236}">
                <a16:creationId xmlns:a16="http://schemas.microsoft.com/office/drawing/2014/main" id="{8464F2EC-6182-4D0E-AB02-C309D1DB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9455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2" name="A-I-row-18-col-1-value-0">
            <a:extLst xmlns:a="http://schemas.openxmlformats.org/drawingml/2006/main">
              <a:ext uri="{FF2B5EF4-FFF2-40B4-BE49-F238E27FC236}">
                <a16:creationId xmlns:a16="http://schemas.microsoft.com/office/drawing/2014/main" id="{07676873-8EC4-4191-91E1-D9C537E2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59455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3" name="A-I-row-18-col-2-value-0">
            <a:extLst xmlns:a="http://schemas.openxmlformats.org/drawingml/2006/main">
              <a:ext uri="{FF2B5EF4-FFF2-40B4-BE49-F238E27FC236}">
                <a16:creationId xmlns:a16="http://schemas.microsoft.com/office/drawing/2014/main" id="{624248ED-1D7C-450A-80C4-C0FE3FE8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970" y="59455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4" name="A-I-row-18-col-3-value-0">
            <a:extLst xmlns:a="http://schemas.openxmlformats.org/drawingml/2006/main">
              <a:ext uri="{FF2B5EF4-FFF2-40B4-BE49-F238E27FC236}">
                <a16:creationId xmlns:a16="http://schemas.microsoft.com/office/drawing/2014/main" id="{9314595E-4667-4F58-A36C-7A740886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59455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5" name="A-I-row-18-col-4-value-0">
            <a:extLst xmlns:a="http://schemas.openxmlformats.org/drawingml/2006/main">
              <a:ext uri="{FF2B5EF4-FFF2-40B4-BE49-F238E27FC236}">
                <a16:creationId xmlns:a16="http://schemas.microsoft.com/office/drawing/2014/main" id="{027D4C50-ED29-4435-9473-48F5A372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90" y="59455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6" name="A-I-row-18-col-5-value-0">
            <a:extLst xmlns:a="http://schemas.openxmlformats.org/drawingml/2006/main">
              <a:ext uri="{FF2B5EF4-FFF2-40B4-BE49-F238E27FC236}">
                <a16:creationId xmlns:a16="http://schemas.microsoft.com/office/drawing/2014/main" id="{7227C307-B210-44F6-96C8-557199F7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9455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7" name="A-I-row-18-col-6-value-0">
            <a:extLst xmlns:a="http://schemas.openxmlformats.org/drawingml/2006/main">
              <a:ext uri="{FF2B5EF4-FFF2-40B4-BE49-F238E27FC236}">
                <a16:creationId xmlns:a16="http://schemas.microsoft.com/office/drawing/2014/main" id="{6FA14F51-95F2-4410-A483-D79A51AE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10" y="59455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8" name="A-I-row-18-col-7-value-0">
            <a:extLst xmlns:a="http://schemas.openxmlformats.org/drawingml/2006/main">
              <a:ext uri="{FF2B5EF4-FFF2-40B4-BE49-F238E27FC236}">
                <a16:creationId xmlns:a16="http://schemas.microsoft.com/office/drawing/2014/main" id="{ED92F92D-BD3C-4A49-A74C-3A8F3AE7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59455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9" name="A-I-row-18-col-8-value-0">
            <a:extLst xmlns:a="http://schemas.openxmlformats.org/drawingml/2006/main">
              <a:ext uri="{FF2B5EF4-FFF2-40B4-BE49-F238E27FC236}">
                <a16:creationId xmlns:a16="http://schemas.microsoft.com/office/drawing/2014/main" id="{467D3DAC-04A6-4ACC-901E-1B7B31E2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30" y="59455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0" name="A-I-row-18-col-9-value-0">
            <a:extLst xmlns:a="http://schemas.openxmlformats.org/drawingml/2006/main">
              <a:ext uri="{FF2B5EF4-FFF2-40B4-BE49-F238E27FC236}">
                <a16:creationId xmlns:a16="http://schemas.microsoft.com/office/drawing/2014/main" id="{C95E7CB5-675E-413E-98B4-031B9889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40" y="59455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1" name="A-I-row-18-col-10-value-0">
            <a:extLst xmlns:a="http://schemas.openxmlformats.org/drawingml/2006/main">
              <a:ext uri="{FF2B5EF4-FFF2-40B4-BE49-F238E27FC236}">
                <a16:creationId xmlns:a16="http://schemas.microsoft.com/office/drawing/2014/main" id="{F0ECF46E-44FE-4A2F-B4FB-5B9186EA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9455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2" name="A-I-row-18-col-11-value-0">
            <a:extLst xmlns:a="http://schemas.openxmlformats.org/drawingml/2006/main">
              <a:ext uri="{FF2B5EF4-FFF2-40B4-BE49-F238E27FC236}">
                <a16:creationId xmlns:a16="http://schemas.microsoft.com/office/drawing/2014/main" id="{E80E11E8-1B5D-4BE7-A18F-91AEFB3C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59455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3" name="A-I-row-18-col-12-value-0">
            <a:extLst xmlns:a="http://schemas.openxmlformats.org/drawingml/2006/main">
              <a:ext uri="{FF2B5EF4-FFF2-40B4-BE49-F238E27FC236}">
                <a16:creationId xmlns:a16="http://schemas.microsoft.com/office/drawing/2014/main" id="{0D695023-6BDB-4989-BE9F-C5087B6A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70" y="59455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4" name="A-I-row-18-col-13-value-0">
            <a:extLst xmlns:a="http://schemas.openxmlformats.org/drawingml/2006/main">
              <a:ext uri="{FF2B5EF4-FFF2-40B4-BE49-F238E27FC236}">
                <a16:creationId xmlns:a16="http://schemas.microsoft.com/office/drawing/2014/main" id="{E82856D8-9421-4199-849F-DC049781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59455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5" name="A-I-row-18-col-14-value-0.8510093601101788">
            <a:extLst xmlns:a="http://schemas.openxmlformats.org/drawingml/2006/main">
              <a:ext uri="{FF2B5EF4-FFF2-40B4-BE49-F238E27FC236}">
                <a16:creationId xmlns:a16="http://schemas.microsoft.com/office/drawing/2014/main" id="{68EAAC41-DF8E-4803-AEFC-DA829832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59455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6" name="A-I-row-18-col-15-value-0.8461585566677918">
            <a:extLst xmlns:a="http://schemas.openxmlformats.org/drawingml/2006/main">
              <a:ext uri="{FF2B5EF4-FFF2-40B4-BE49-F238E27FC236}">
                <a16:creationId xmlns:a16="http://schemas.microsoft.com/office/drawing/2014/main" id="{38C38242-1B7A-43C5-96BD-D58686BA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9455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8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7" name="A-I-row-18-col-16-value-0.7233837048802301">
            <a:extLst xmlns:a="http://schemas.openxmlformats.org/drawingml/2006/main">
              <a:ext uri="{FF2B5EF4-FFF2-40B4-BE49-F238E27FC236}">
                <a16:creationId xmlns:a16="http://schemas.microsoft.com/office/drawing/2014/main" id="{2AB86785-B84A-401F-904A-01961E9A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59455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8" name="A-I-row-18-col-17-value-0">
            <a:extLst xmlns:a="http://schemas.openxmlformats.org/drawingml/2006/main">
              <a:ext uri="{FF2B5EF4-FFF2-40B4-BE49-F238E27FC236}">
                <a16:creationId xmlns:a16="http://schemas.microsoft.com/office/drawing/2014/main" id="{B41731A3-BC92-48F4-A8FB-59EFD124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59455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9" name="A-I-row-18-col-18-value-0">
            <a:extLst xmlns:a="http://schemas.openxmlformats.org/drawingml/2006/main">
              <a:ext uri="{FF2B5EF4-FFF2-40B4-BE49-F238E27FC236}">
                <a16:creationId xmlns:a16="http://schemas.microsoft.com/office/drawing/2014/main" id="{087DAFD4-03D4-462D-9B1C-E8524B56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59455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0" name="A-I-row-18-col-19-value-0.8149796187669868">
            <a:extLst xmlns:a="http://schemas.openxmlformats.org/drawingml/2006/main">
              <a:ext uri="{FF2B5EF4-FFF2-40B4-BE49-F238E27FC236}">
                <a16:creationId xmlns:a16="http://schemas.microsoft.com/office/drawing/2014/main" id="{8353CA6A-693A-48E1-9CF5-01BDF2E8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59455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0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1" name="A-I-row-18-col-20-value-0">
            <a:extLst xmlns:a="http://schemas.openxmlformats.org/drawingml/2006/main">
              <a:ext uri="{FF2B5EF4-FFF2-40B4-BE49-F238E27FC236}">
                <a16:creationId xmlns:a16="http://schemas.microsoft.com/office/drawing/2014/main" id="{B082C8F1-4910-45D2-88AC-6AE58B40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9455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2" name="A-I-row-18-col-21-value-0.4766590654292407">
            <a:extLst xmlns:a="http://schemas.openxmlformats.org/drawingml/2006/main">
              <a:ext uri="{FF2B5EF4-FFF2-40B4-BE49-F238E27FC236}">
                <a16:creationId xmlns:a16="http://schemas.microsoft.com/office/drawing/2014/main" id="{1FD120CC-5FB7-4061-A2CD-23539366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59455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B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3" name="A-I-row-18-col-22-value-0">
            <a:extLst xmlns:a="http://schemas.openxmlformats.org/drawingml/2006/main">
              <a:ext uri="{FF2B5EF4-FFF2-40B4-BE49-F238E27FC236}">
                <a16:creationId xmlns:a16="http://schemas.microsoft.com/office/drawing/2014/main" id="{A84E86A7-0F88-4133-933F-7F4FD5AE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170" y="59455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4" name="A-I-row-18-col-23-value-0">
            <a:extLst xmlns:a="http://schemas.openxmlformats.org/drawingml/2006/main">
              <a:ext uri="{FF2B5EF4-FFF2-40B4-BE49-F238E27FC236}">
                <a16:creationId xmlns:a16="http://schemas.microsoft.com/office/drawing/2014/main" id="{B348D314-36CF-4063-ADB9-9DA71214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59455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5" name="A-I-row-18-col-24-value-0">
            <a:extLst xmlns:a="http://schemas.openxmlformats.org/drawingml/2006/main">
              <a:ext uri="{FF2B5EF4-FFF2-40B4-BE49-F238E27FC236}">
                <a16:creationId xmlns:a16="http://schemas.microsoft.com/office/drawing/2014/main" id="{0757FEE3-5933-41D1-AB29-E4BAB319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990" y="59455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6" name="A-I-row-18-col-25-value-0">
            <a:extLst xmlns:a="http://schemas.openxmlformats.org/drawingml/2006/main">
              <a:ext uri="{FF2B5EF4-FFF2-40B4-BE49-F238E27FC236}">
                <a16:creationId xmlns:a16="http://schemas.microsoft.com/office/drawing/2014/main" id="{290EDAFD-E364-4805-8B0C-1290D909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9455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7" name="A-I-row-18-col-26-value-0">
            <a:extLst xmlns:a="http://schemas.openxmlformats.org/drawingml/2006/main">
              <a:ext uri="{FF2B5EF4-FFF2-40B4-BE49-F238E27FC236}">
                <a16:creationId xmlns:a16="http://schemas.microsoft.com/office/drawing/2014/main" id="{54234F25-BB0D-4656-8ACA-4E68B8BF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59455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8" name="A-I-row-18-col-27-value-0">
            <a:extLst xmlns:a="http://schemas.openxmlformats.org/drawingml/2006/main">
              <a:ext uri="{FF2B5EF4-FFF2-40B4-BE49-F238E27FC236}">
                <a16:creationId xmlns:a16="http://schemas.microsoft.com/office/drawing/2014/main" id="{4428AB71-668C-4D2C-9912-5868DBF6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59455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9" name="A-I-row-18-col-28-value-0">
            <a:extLst xmlns:a="http://schemas.openxmlformats.org/drawingml/2006/main">
              <a:ext uri="{FF2B5EF4-FFF2-40B4-BE49-F238E27FC236}">
                <a16:creationId xmlns:a16="http://schemas.microsoft.com/office/drawing/2014/main" id="{3D5E53D1-05E3-4050-A556-314E1A14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59455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0" name="A-I-row-18-col-29-value-0">
            <a:extLst xmlns:a="http://schemas.openxmlformats.org/drawingml/2006/main">
              <a:ext uri="{FF2B5EF4-FFF2-40B4-BE49-F238E27FC236}">
                <a16:creationId xmlns:a16="http://schemas.microsoft.com/office/drawing/2014/main" id="{E83F75C3-6695-45C4-BF8A-1D744A6E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59455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1" name="A-I-row-18-col-30-value-0">
            <a:extLst xmlns:a="http://schemas.openxmlformats.org/drawingml/2006/main">
              <a:ext uri="{FF2B5EF4-FFF2-40B4-BE49-F238E27FC236}">
                <a16:creationId xmlns:a16="http://schemas.microsoft.com/office/drawing/2014/main" id="{02F5EAE5-CDDD-4D88-B0A6-BA73388D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9455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2" name="A-I-row-18-col-31-value-0">
            <a:extLst xmlns:a="http://schemas.openxmlformats.org/drawingml/2006/main">
              <a:ext uri="{FF2B5EF4-FFF2-40B4-BE49-F238E27FC236}">
                <a16:creationId xmlns:a16="http://schemas.microsoft.com/office/drawing/2014/main" id="{A73699DD-076B-49B0-85C7-21A8605D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59455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3" name="A-I-row-18-col-32-value-0">
            <a:extLst xmlns:a="http://schemas.openxmlformats.org/drawingml/2006/main">
              <a:ext uri="{FF2B5EF4-FFF2-40B4-BE49-F238E27FC236}">
                <a16:creationId xmlns:a16="http://schemas.microsoft.com/office/drawing/2014/main" id="{C02015C7-8A5D-4ABD-AE63-A0ADBA60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59455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4" name="A-I-row-18-col-33-value-0.632168573433318">
            <a:extLst xmlns:a="http://schemas.openxmlformats.org/drawingml/2006/main">
              <a:ext uri="{FF2B5EF4-FFF2-40B4-BE49-F238E27FC236}">
                <a16:creationId xmlns:a16="http://schemas.microsoft.com/office/drawing/2014/main" id="{7DCA157A-8DC7-4916-8340-10CAEBCC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59455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90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5" name="A-I-row-18-col-34-value-0">
            <a:extLst xmlns:a="http://schemas.openxmlformats.org/drawingml/2006/main">
              <a:ext uri="{FF2B5EF4-FFF2-40B4-BE49-F238E27FC236}">
                <a16:creationId xmlns:a16="http://schemas.microsoft.com/office/drawing/2014/main" id="{7C76F716-C12C-4C6C-8B1D-60CF1A7E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59455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6" name="A-I-row-18-col-35-value-0">
            <a:extLst xmlns:a="http://schemas.openxmlformats.org/drawingml/2006/main">
              <a:ext uri="{FF2B5EF4-FFF2-40B4-BE49-F238E27FC236}">
                <a16:creationId xmlns:a16="http://schemas.microsoft.com/office/drawing/2014/main" id="{9F890683-60E0-491D-85E5-4037C47C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9455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7" name="A-I-row-19-col-0-value-0">
            <a:extLst xmlns:a="http://schemas.openxmlformats.org/drawingml/2006/main">
              <a:ext uri="{FF2B5EF4-FFF2-40B4-BE49-F238E27FC236}">
                <a16:creationId xmlns:a16="http://schemas.microsoft.com/office/drawing/2014/main" id="{6DD80B7B-F75F-4316-9FE2-62F90C74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9874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8" name="A-I-row-19-col-1-value-0">
            <a:extLst xmlns:a="http://schemas.openxmlformats.org/drawingml/2006/main">
              <a:ext uri="{FF2B5EF4-FFF2-40B4-BE49-F238E27FC236}">
                <a16:creationId xmlns:a16="http://schemas.microsoft.com/office/drawing/2014/main" id="{D675B0C2-F4F3-4BC8-A60F-BBAE8870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59874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9" name="A-I-row-19-col-2-value-0">
            <a:extLst xmlns:a="http://schemas.openxmlformats.org/drawingml/2006/main">
              <a:ext uri="{FF2B5EF4-FFF2-40B4-BE49-F238E27FC236}">
                <a16:creationId xmlns:a16="http://schemas.microsoft.com/office/drawing/2014/main" id="{B0A30479-3D8F-417C-B5BE-BC94397F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970" y="59874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0" name="A-I-row-19-col-3-value-0">
            <a:extLst xmlns:a="http://schemas.openxmlformats.org/drawingml/2006/main">
              <a:ext uri="{FF2B5EF4-FFF2-40B4-BE49-F238E27FC236}">
                <a16:creationId xmlns:a16="http://schemas.microsoft.com/office/drawing/2014/main" id="{FECCBDC5-7C3C-4D43-9D65-20938CBD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59874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1" name="A-I-row-19-col-4-value-0">
            <a:extLst xmlns:a="http://schemas.openxmlformats.org/drawingml/2006/main">
              <a:ext uri="{FF2B5EF4-FFF2-40B4-BE49-F238E27FC236}">
                <a16:creationId xmlns:a16="http://schemas.microsoft.com/office/drawing/2014/main" id="{EFA77157-75AB-4A1C-A6FC-C79A539D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90" y="59874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2" name="A-I-row-19-col-5-value-0">
            <a:extLst xmlns:a="http://schemas.openxmlformats.org/drawingml/2006/main">
              <a:ext uri="{FF2B5EF4-FFF2-40B4-BE49-F238E27FC236}">
                <a16:creationId xmlns:a16="http://schemas.microsoft.com/office/drawing/2014/main" id="{F90C5B07-8D0A-4E61-B595-153AF9EF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9874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3" name="A-I-row-19-col-6-value-0">
            <a:extLst xmlns:a="http://schemas.openxmlformats.org/drawingml/2006/main">
              <a:ext uri="{FF2B5EF4-FFF2-40B4-BE49-F238E27FC236}">
                <a16:creationId xmlns:a16="http://schemas.microsoft.com/office/drawing/2014/main" id="{E77C1D4C-1E67-41EB-9263-59B05B96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10" y="59874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4" name="A-I-row-19-col-7-value-0">
            <a:extLst xmlns:a="http://schemas.openxmlformats.org/drawingml/2006/main">
              <a:ext uri="{FF2B5EF4-FFF2-40B4-BE49-F238E27FC236}">
                <a16:creationId xmlns:a16="http://schemas.microsoft.com/office/drawing/2014/main" id="{29F9CAEE-843B-4A62-AB3A-4297BE1B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59874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5" name="A-I-row-19-col-8-value-0">
            <a:extLst xmlns:a="http://schemas.openxmlformats.org/drawingml/2006/main">
              <a:ext uri="{FF2B5EF4-FFF2-40B4-BE49-F238E27FC236}">
                <a16:creationId xmlns:a16="http://schemas.microsoft.com/office/drawing/2014/main" id="{F08BA8F0-467E-445C-A6A1-5BE2D9BA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30" y="59874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6" name="A-I-row-19-col-9-value-0">
            <a:extLst xmlns:a="http://schemas.openxmlformats.org/drawingml/2006/main">
              <a:ext uri="{FF2B5EF4-FFF2-40B4-BE49-F238E27FC236}">
                <a16:creationId xmlns:a16="http://schemas.microsoft.com/office/drawing/2014/main" id="{B58D8B91-AAB0-44A1-9DDA-73661F5A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40" y="59874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7" name="A-I-row-19-col-10-value-0">
            <a:extLst xmlns:a="http://schemas.openxmlformats.org/drawingml/2006/main">
              <a:ext uri="{FF2B5EF4-FFF2-40B4-BE49-F238E27FC236}">
                <a16:creationId xmlns:a16="http://schemas.microsoft.com/office/drawing/2014/main" id="{AB11DA5D-B58E-40F5-94FF-4C95BB32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9874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8" name="A-I-row-19-col-11-value-0">
            <a:extLst xmlns:a="http://schemas.openxmlformats.org/drawingml/2006/main">
              <a:ext uri="{FF2B5EF4-FFF2-40B4-BE49-F238E27FC236}">
                <a16:creationId xmlns:a16="http://schemas.microsoft.com/office/drawing/2014/main" id="{7F9087F4-1134-4464-9C12-01D22B33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59874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9" name="A-I-row-19-col-12-value-0">
            <a:extLst xmlns:a="http://schemas.openxmlformats.org/drawingml/2006/main">
              <a:ext uri="{FF2B5EF4-FFF2-40B4-BE49-F238E27FC236}">
                <a16:creationId xmlns:a16="http://schemas.microsoft.com/office/drawing/2014/main" id="{22EB7237-D24D-48D2-A61E-F062B48A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70" y="59874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0" name="A-I-row-19-col-13-value-0">
            <a:extLst xmlns:a="http://schemas.openxmlformats.org/drawingml/2006/main">
              <a:ext uri="{FF2B5EF4-FFF2-40B4-BE49-F238E27FC236}">
                <a16:creationId xmlns:a16="http://schemas.microsoft.com/office/drawing/2014/main" id="{211B052C-33A8-4FC6-A34C-A11F2AD8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59874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1" name="A-I-row-19-col-14-value-0.8422987467566498">
            <a:extLst xmlns:a="http://schemas.openxmlformats.org/drawingml/2006/main">
              <a:ext uri="{FF2B5EF4-FFF2-40B4-BE49-F238E27FC236}">
                <a16:creationId xmlns:a16="http://schemas.microsoft.com/office/drawing/2014/main" id="{CF450520-D78D-4F20-BEEB-2BACE5C2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59874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9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2" name="A-I-row-19-col-15-value-0.8785357976778855">
            <a:extLst xmlns:a="http://schemas.openxmlformats.org/drawingml/2006/main">
              <a:ext uri="{FF2B5EF4-FFF2-40B4-BE49-F238E27FC236}">
                <a16:creationId xmlns:a16="http://schemas.microsoft.com/office/drawing/2014/main" id="{903A8EE4-0B28-4F1B-8AFF-07CB8179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9874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5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3" name="A-I-row-19-col-16-value-0.6862326096412348">
            <a:extLst xmlns:a="http://schemas.openxmlformats.org/drawingml/2006/main">
              <a:ext uri="{FF2B5EF4-FFF2-40B4-BE49-F238E27FC236}">
                <a16:creationId xmlns:a16="http://schemas.microsoft.com/office/drawing/2014/main" id="{9F5E3233-A4B0-4522-BCDF-42238EBB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59874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82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4" name="A-I-row-19-col-17-value-0">
            <a:extLst xmlns:a="http://schemas.openxmlformats.org/drawingml/2006/main">
              <a:ext uri="{FF2B5EF4-FFF2-40B4-BE49-F238E27FC236}">
                <a16:creationId xmlns:a16="http://schemas.microsoft.com/office/drawing/2014/main" id="{643E358E-5EE4-4676-9791-6EC63663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59874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5" name="A-I-row-19-col-18-value-0.8149796187669868">
            <a:extLst xmlns:a="http://schemas.openxmlformats.org/drawingml/2006/main">
              <a:ext uri="{FF2B5EF4-FFF2-40B4-BE49-F238E27FC236}">
                <a16:creationId xmlns:a16="http://schemas.microsoft.com/office/drawing/2014/main" id="{C342DA98-9016-42C3-ADCA-E361FB9D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59874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0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6" name="A-I-row-19-col-19-value-0">
            <a:extLst xmlns:a="http://schemas.openxmlformats.org/drawingml/2006/main">
              <a:ext uri="{FF2B5EF4-FFF2-40B4-BE49-F238E27FC236}">
                <a16:creationId xmlns:a16="http://schemas.microsoft.com/office/drawing/2014/main" id="{8EDD0F0D-4B86-4232-AABB-FED6774D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59874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7" name="A-I-row-19-col-20-value-0">
            <a:extLst xmlns:a="http://schemas.openxmlformats.org/drawingml/2006/main">
              <a:ext uri="{FF2B5EF4-FFF2-40B4-BE49-F238E27FC236}">
                <a16:creationId xmlns:a16="http://schemas.microsoft.com/office/drawing/2014/main" id="{7F0117B7-A74A-4745-958E-F0A4F197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9874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8" name="A-I-row-19-col-21-value-0">
            <a:extLst xmlns:a="http://schemas.openxmlformats.org/drawingml/2006/main">
              <a:ext uri="{FF2B5EF4-FFF2-40B4-BE49-F238E27FC236}">
                <a16:creationId xmlns:a16="http://schemas.microsoft.com/office/drawing/2014/main" id="{01102DA3-AC5F-4EB2-BAD7-C8D12325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59874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9" name="A-I-row-19-col-22-value-0">
            <a:extLst xmlns:a="http://schemas.openxmlformats.org/drawingml/2006/main">
              <a:ext uri="{FF2B5EF4-FFF2-40B4-BE49-F238E27FC236}">
                <a16:creationId xmlns:a16="http://schemas.microsoft.com/office/drawing/2014/main" id="{AB741CB7-440B-4896-A3D6-222EFAE5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170" y="59874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0" name="A-I-row-19-col-23-value-0">
            <a:extLst xmlns:a="http://schemas.openxmlformats.org/drawingml/2006/main">
              <a:ext uri="{FF2B5EF4-FFF2-40B4-BE49-F238E27FC236}">
                <a16:creationId xmlns:a16="http://schemas.microsoft.com/office/drawing/2014/main" id="{58BF413B-C536-4BED-963F-B2FB26FC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59874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1" name="A-I-row-19-col-24-value-0">
            <a:extLst xmlns:a="http://schemas.openxmlformats.org/drawingml/2006/main">
              <a:ext uri="{FF2B5EF4-FFF2-40B4-BE49-F238E27FC236}">
                <a16:creationId xmlns:a16="http://schemas.microsoft.com/office/drawing/2014/main" id="{A2826ADB-2794-453B-8868-FA9599C4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990" y="59874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2" name="A-I-row-19-col-25-value-0">
            <a:extLst xmlns:a="http://schemas.openxmlformats.org/drawingml/2006/main">
              <a:ext uri="{FF2B5EF4-FFF2-40B4-BE49-F238E27FC236}">
                <a16:creationId xmlns:a16="http://schemas.microsoft.com/office/drawing/2014/main" id="{B793F016-A60C-4767-8724-AD3C61FA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9874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3" name="A-I-row-19-col-26-value-0">
            <a:extLst xmlns:a="http://schemas.openxmlformats.org/drawingml/2006/main">
              <a:ext uri="{FF2B5EF4-FFF2-40B4-BE49-F238E27FC236}">
                <a16:creationId xmlns:a16="http://schemas.microsoft.com/office/drawing/2014/main" id="{1BF9A350-348A-4EBE-8C32-2E1EF573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59874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4" name="A-I-row-19-col-27-value-0">
            <a:extLst xmlns:a="http://schemas.openxmlformats.org/drawingml/2006/main">
              <a:ext uri="{FF2B5EF4-FFF2-40B4-BE49-F238E27FC236}">
                <a16:creationId xmlns:a16="http://schemas.microsoft.com/office/drawing/2014/main" id="{459AFC94-30D4-4558-AC4C-1B33389F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59874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5" name="A-I-row-19-col-28-value-0">
            <a:extLst xmlns:a="http://schemas.openxmlformats.org/drawingml/2006/main">
              <a:ext uri="{FF2B5EF4-FFF2-40B4-BE49-F238E27FC236}">
                <a16:creationId xmlns:a16="http://schemas.microsoft.com/office/drawing/2014/main" id="{2CA7054D-23D8-45BA-9FFC-B0368183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59874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6" name="A-I-row-19-col-29-value-0">
            <a:extLst xmlns:a="http://schemas.openxmlformats.org/drawingml/2006/main">
              <a:ext uri="{FF2B5EF4-FFF2-40B4-BE49-F238E27FC236}">
                <a16:creationId xmlns:a16="http://schemas.microsoft.com/office/drawing/2014/main" id="{AC6BD9BB-A493-4ED0-952A-9FC8E68A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59874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7" name="A-I-row-19-col-30-value-0">
            <a:extLst xmlns:a="http://schemas.openxmlformats.org/drawingml/2006/main">
              <a:ext uri="{FF2B5EF4-FFF2-40B4-BE49-F238E27FC236}">
                <a16:creationId xmlns:a16="http://schemas.microsoft.com/office/drawing/2014/main" id="{AD236410-2367-4E4C-9B2A-1F08FF87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9874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8" name="A-I-row-19-col-31-value-0">
            <a:extLst xmlns:a="http://schemas.openxmlformats.org/drawingml/2006/main">
              <a:ext uri="{FF2B5EF4-FFF2-40B4-BE49-F238E27FC236}">
                <a16:creationId xmlns:a16="http://schemas.microsoft.com/office/drawing/2014/main" id="{3EE255AD-F2DB-4E83-8E62-5E82DF9E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59874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9" name="A-I-row-19-col-32-value-0">
            <a:extLst xmlns:a="http://schemas.openxmlformats.org/drawingml/2006/main">
              <a:ext uri="{FF2B5EF4-FFF2-40B4-BE49-F238E27FC236}">
                <a16:creationId xmlns:a16="http://schemas.microsoft.com/office/drawing/2014/main" id="{841F3B73-9333-406A-B4F6-D084CE36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59874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0" name="A-I-row-19-col-33-value-0.6044702474683107">
            <a:extLst xmlns:a="http://schemas.openxmlformats.org/drawingml/2006/main">
              <a:ext uri="{FF2B5EF4-FFF2-40B4-BE49-F238E27FC236}">
                <a16:creationId xmlns:a16="http://schemas.microsoft.com/office/drawing/2014/main" id="{11C036B7-7C29-4179-94F8-13224684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59874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9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1" name="A-I-row-19-col-34-value-0">
            <a:extLst xmlns:a="http://schemas.openxmlformats.org/drawingml/2006/main">
              <a:ext uri="{FF2B5EF4-FFF2-40B4-BE49-F238E27FC236}">
                <a16:creationId xmlns:a16="http://schemas.microsoft.com/office/drawing/2014/main" id="{6E79D8E0-5051-4BF8-8EB9-D19E2F2E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59874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2" name="A-I-row-19-col-35-value-0">
            <a:extLst xmlns:a="http://schemas.openxmlformats.org/drawingml/2006/main">
              <a:ext uri="{FF2B5EF4-FFF2-40B4-BE49-F238E27FC236}">
                <a16:creationId xmlns:a16="http://schemas.microsoft.com/office/drawing/2014/main" id="{886A8D82-DC08-4423-9416-EA90ACA0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9874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3" name="A-I-row-20-col-0-value-0">
            <a:extLst xmlns:a="http://schemas.openxmlformats.org/drawingml/2006/main">
              <a:ext uri="{FF2B5EF4-FFF2-40B4-BE49-F238E27FC236}">
                <a16:creationId xmlns:a16="http://schemas.microsoft.com/office/drawing/2014/main" id="{448EBD1C-E937-4F38-8DA8-1E7EDB8B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0293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4" name="A-I-row-20-col-1-value-0">
            <a:extLst xmlns:a="http://schemas.openxmlformats.org/drawingml/2006/main">
              <a:ext uri="{FF2B5EF4-FFF2-40B4-BE49-F238E27FC236}">
                <a16:creationId xmlns:a16="http://schemas.microsoft.com/office/drawing/2014/main" id="{AC99A333-0F35-42FD-9620-658F9F8C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60293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5" name="A-I-row-20-col-2-value-0">
            <a:extLst xmlns:a="http://schemas.openxmlformats.org/drawingml/2006/main">
              <a:ext uri="{FF2B5EF4-FFF2-40B4-BE49-F238E27FC236}">
                <a16:creationId xmlns:a16="http://schemas.microsoft.com/office/drawing/2014/main" id="{99A368F3-75DA-43CC-B267-D16B63AA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970" y="60293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6" name="A-I-row-20-col-3-value-0">
            <a:extLst xmlns:a="http://schemas.openxmlformats.org/drawingml/2006/main">
              <a:ext uri="{FF2B5EF4-FFF2-40B4-BE49-F238E27FC236}">
                <a16:creationId xmlns:a16="http://schemas.microsoft.com/office/drawing/2014/main" id="{364276DE-0F65-4018-A9CB-40B246FB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60293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7" name="A-I-row-20-col-4-value-0">
            <a:extLst xmlns:a="http://schemas.openxmlformats.org/drawingml/2006/main">
              <a:ext uri="{FF2B5EF4-FFF2-40B4-BE49-F238E27FC236}">
                <a16:creationId xmlns:a16="http://schemas.microsoft.com/office/drawing/2014/main" id="{00A0FBB7-067E-49FD-B042-F8B091C0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90" y="60293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8" name="A-I-row-20-col-5-value-0">
            <a:extLst xmlns:a="http://schemas.openxmlformats.org/drawingml/2006/main">
              <a:ext uri="{FF2B5EF4-FFF2-40B4-BE49-F238E27FC236}">
                <a16:creationId xmlns:a16="http://schemas.microsoft.com/office/drawing/2014/main" id="{A92078AE-72C0-424F-B808-98A6AC82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0293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9" name="A-I-row-20-col-6-value-0">
            <a:extLst xmlns:a="http://schemas.openxmlformats.org/drawingml/2006/main">
              <a:ext uri="{FF2B5EF4-FFF2-40B4-BE49-F238E27FC236}">
                <a16:creationId xmlns:a16="http://schemas.microsoft.com/office/drawing/2014/main" id="{40DDC7EA-C29B-4A96-BDE1-94AC3458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10" y="60293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0" name="A-I-row-20-col-7-value-0">
            <a:extLst xmlns:a="http://schemas.openxmlformats.org/drawingml/2006/main">
              <a:ext uri="{FF2B5EF4-FFF2-40B4-BE49-F238E27FC236}">
                <a16:creationId xmlns:a16="http://schemas.microsoft.com/office/drawing/2014/main" id="{2E68B514-76EF-4CBE-8978-D983035C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60293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1" name="A-I-row-20-col-8-value-0">
            <a:extLst xmlns:a="http://schemas.openxmlformats.org/drawingml/2006/main">
              <a:ext uri="{FF2B5EF4-FFF2-40B4-BE49-F238E27FC236}">
                <a16:creationId xmlns:a16="http://schemas.microsoft.com/office/drawing/2014/main" id="{747C9627-A16F-4923-8066-A83CD880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30" y="60293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2" name="A-I-row-20-col-9-value-0">
            <a:extLst xmlns:a="http://schemas.openxmlformats.org/drawingml/2006/main">
              <a:ext uri="{FF2B5EF4-FFF2-40B4-BE49-F238E27FC236}">
                <a16:creationId xmlns:a16="http://schemas.microsoft.com/office/drawing/2014/main" id="{247FB449-E7BE-4B29-B73C-4D390C6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40" y="60293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3" name="A-I-row-20-col-10-value-0">
            <a:extLst xmlns:a="http://schemas.openxmlformats.org/drawingml/2006/main">
              <a:ext uri="{FF2B5EF4-FFF2-40B4-BE49-F238E27FC236}">
                <a16:creationId xmlns:a16="http://schemas.microsoft.com/office/drawing/2014/main" id="{28B4D9AB-A86B-490D-BFD6-957BCD8B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0293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4" name="A-I-row-20-col-11-value-0">
            <a:extLst xmlns:a="http://schemas.openxmlformats.org/drawingml/2006/main">
              <a:ext uri="{FF2B5EF4-FFF2-40B4-BE49-F238E27FC236}">
                <a16:creationId xmlns:a16="http://schemas.microsoft.com/office/drawing/2014/main" id="{2A4F5968-5BEC-471A-B5C1-AF9146FB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60293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5" name="A-I-row-20-col-12-value-0">
            <a:extLst xmlns:a="http://schemas.openxmlformats.org/drawingml/2006/main">
              <a:ext uri="{FF2B5EF4-FFF2-40B4-BE49-F238E27FC236}">
                <a16:creationId xmlns:a16="http://schemas.microsoft.com/office/drawing/2014/main" id="{F354EB72-2453-40E1-8E29-81257D71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70" y="60293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6" name="A-I-row-20-col-13-value-0">
            <a:extLst xmlns:a="http://schemas.openxmlformats.org/drawingml/2006/main">
              <a:ext uri="{FF2B5EF4-FFF2-40B4-BE49-F238E27FC236}">
                <a16:creationId xmlns:a16="http://schemas.microsoft.com/office/drawing/2014/main" id="{60E9BD2F-57F5-4B3A-8736-967BEDB0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60293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7" name="A-I-row-20-col-14-value-0">
            <a:extLst xmlns:a="http://schemas.openxmlformats.org/drawingml/2006/main">
              <a:ext uri="{FF2B5EF4-FFF2-40B4-BE49-F238E27FC236}">
                <a16:creationId xmlns:a16="http://schemas.microsoft.com/office/drawing/2014/main" id="{467BE25E-4A7F-4CF4-9C27-4550014B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60293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8" name="A-I-row-20-col-15-value-0">
            <a:extLst xmlns:a="http://schemas.openxmlformats.org/drawingml/2006/main">
              <a:ext uri="{FF2B5EF4-FFF2-40B4-BE49-F238E27FC236}">
                <a16:creationId xmlns:a16="http://schemas.microsoft.com/office/drawing/2014/main" id="{CC7E95D8-3358-41A5-B92E-7F5D0A80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0293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9" name="A-I-row-20-col-16-value-0">
            <a:extLst xmlns:a="http://schemas.openxmlformats.org/drawingml/2006/main">
              <a:ext uri="{FF2B5EF4-FFF2-40B4-BE49-F238E27FC236}">
                <a16:creationId xmlns:a16="http://schemas.microsoft.com/office/drawing/2014/main" id="{F969AD9A-3458-4932-8487-80546855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60293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0" name="A-I-row-20-col-17-value-0">
            <a:extLst xmlns:a="http://schemas.openxmlformats.org/drawingml/2006/main">
              <a:ext uri="{FF2B5EF4-FFF2-40B4-BE49-F238E27FC236}">
                <a16:creationId xmlns:a16="http://schemas.microsoft.com/office/drawing/2014/main" id="{FCBC2CAB-F954-4229-9302-281E3D8B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60293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1" name="A-I-row-20-col-18-value-0">
            <a:extLst xmlns:a="http://schemas.openxmlformats.org/drawingml/2006/main">
              <a:ext uri="{FF2B5EF4-FFF2-40B4-BE49-F238E27FC236}">
                <a16:creationId xmlns:a16="http://schemas.microsoft.com/office/drawing/2014/main" id="{0457E912-8678-4412-B3F5-DC55A25A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60293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2" name="A-I-row-20-col-19-value-0">
            <a:extLst xmlns:a="http://schemas.openxmlformats.org/drawingml/2006/main">
              <a:ext uri="{FF2B5EF4-FFF2-40B4-BE49-F238E27FC236}">
                <a16:creationId xmlns:a16="http://schemas.microsoft.com/office/drawing/2014/main" id="{EF8BD410-EAAA-45ED-9E5C-C7569795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60293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3" name="A-I-row-20-col-20-value-0">
            <a:extLst xmlns:a="http://schemas.openxmlformats.org/drawingml/2006/main">
              <a:ext uri="{FF2B5EF4-FFF2-40B4-BE49-F238E27FC236}">
                <a16:creationId xmlns:a16="http://schemas.microsoft.com/office/drawing/2014/main" id="{6D3754A3-5C90-4BCF-93C6-EA6D26BA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0293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4" name="A-I-row-20-col-21-value-0.796481923005879">
            <a:extLst xmlns:a="http://schemas.openxmlformats.org/drawingml/2006/main">
              <a:ext uri="{FF2B5EF4-FFF2-40B4-BE49-F238E27FC236}">
                <a16:creationId xmlns:a16="http://schemas.microsoft.com/office/drawing/2014/main" id="{821CD3D3-B2A8-43F9-9D89-B55A36A2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60293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5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5" name="A-I-row-20-col-22-value-0">
            <a:extLst xmlns:a="http://schemas.openxmlformats.org/drawingml/2006/main">
              <a:ext uri="{FF2B5EF4-FFF2-40B4-BE49-F238E27FC236}">
                <a16:creationId xmlns:a16="http://schemas.microsoft.com/office/drawing/2014/main" id="{D63AA948-E8CA-44A6-8193-0B112A31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170" y="60293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6" name="A-I-row-20-col-23-value-0">
            <a:extLst xmlns:a="http://schemas.openxmlformats.org/drawingml/2006/main">
              <a:ext uri="{FF2B5EF4-FFF2-40B4-BE49-F238E27FC236}">
                <a16:creationId xmlns:a16="http://schemas.microsoft.com/office/drawing/2014/main" id="{FA4A9821-0C37-490A-B34B-32E60F80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60293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7" name="A-I-row-20-col-24-value-0">
            <a:extLst xmlns:a="http://schemas.openxmlformats.org/drawingml/2006/main">
              <a:ext uri="{FF2B5EF4-FFF2-40B4-BE49-F238E27FC236}">
                <a16:creationId xmlns:a16="http://schemas.microsoft.com/office/drawing/2014/main" id="{72594159-FEAD-41D2-ACC1-509F0DA3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990" y="60293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8" name="A-I-row-20-col-25-value-0">
            <a:extLst xmlns:a="http://schemas.openxmlformats.org/drawingml/2006/main">
              <a:ext uri="{FF2B5EF4-FFF2-40B4-BE49-F238E27FC236}">
                <a16:creationId xmlns:a16="http://schemas.microsoft.com/office/drawing/2014/main" id="{9E8980DB-F946-4BBC-997E-593CEB59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0293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9" name="A-I-row-20-col-26-value-0">
            <a:extLst xmlns:a="http://schemas.openxmlformats.org/drawingml/2006/main">
              <a:ext uri="{FF2B5EF4-FFF2-40B4-BE49-F238E27FC236}">
                <a16:creationId xmlns:a16="http://schemas.microsoft.com/office/drawing/2014/main" id="{884CBEDA-302C-49FB-B649-6DB75A39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60293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0" name="A-I-row-20-col-27-value-0">
            <a:extLst xmlns:a="http://schemas.openxmlformats.org/drawingml/2006/main">
              <a:ext uri="{FF2B5EF4-FFF2-40B4-BE49-F238E27FC236}">
                <a16:creationId xmlns:a16="http://schemas.microsoft.com/office/drawing/2014/main" id="{FBC3166F-B3AA-43CB-B07F-FF25819E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60293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1" name="A-I-row-20-col-28-value-0">
            <a:extLst xmlns:a="http://schemas.openxmlformats.org/drawingml/2006/main">
              <a:ext uri="{FF2B5EF4-FFF2-40B4-BE49-F238E27FC236}">
                <a16:creationId xmlns:a16="http://schemas.microsoft.com/office/drawing/2014/main" id="{02CA154F-AB29-4241-A498-39535DE0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60293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2" name="A-I-row-20-col-29-value-0">
            <a:extLst xmlns:a="http://schemas.openxmlformats.org/drawingml/2006/main">
              <a:ext uri="{FF2B5EF4-FFF2-40B4-BE49-F238E27FC236}">
                <a16:creationId xmlns:a16="http://schemas.microsoft.com/office/drawing/2014/main" id="{5E99BC1C-E401-4133-BEA8-251198CA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60293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3" name="A-I-row-20-col-30-value-0">
            <a:extLst xmlns:a="http://schemas.openxmlformats.org/drawingml/2006/main">
              <a:ext uri="{FF2B5EF4-FFF2-40B4-BE49-F238E27FC236}">
                <a16:creationId xmlns:a16="http://schemas.microsoft.com/office/drawing/2014/main" id="{7B42811F-965D-46C6-8916-0812F39B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0293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4" name="A-I-row-20-col-31-value-0">
            <a:extLst xmlns:a="http://schemas.openxmlformats.org/drawingml/2006/main">
              <a:ext uri="{FF2B5EF4-FFF2-40B4-BE49-F238E27FC236}">
                <a16:creationId xmlns:a16="http://schemas.microsoft.com/office/drawing/2014/main" id="{799EE4CC-6B79-49E7-A674-3F6901AE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60293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5" name="A-I-row-20-col-32-value-0">
            <a:extLst xmlns:a="http://schemas.openxmlformats.org/drawingml/2006/main">
              <a:ext uri="{FF2B5EF4-FFF2-40B4-BE49-F238E27FC236}">
                <a16:creationId xmlns:a16="http://schemas.microsoft.com/office/drawing/2014/main" id="{F1563EA1-30B1-4699-8ABD-6C751C78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60293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6" name="A-I-row-20-col-33-value-0">
            <a:extLst xmlns:a="http://schemas.openxmlformats.org/drawingml/2006/main">
              <a:ext uri="{FF2B5EF4-FFF2-40B4-BE49-F238E27FC236}">
                <a16:creationId xmlns:a16="http://schemas.microsoft.com/office/drawing/2014/main" id="{D1CE6DA7-888F-4151-9589-78CBAA6F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60293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7" name="A-I-row-20-col-34-value-0">
            <a:extLst xmlns:a="http://schemas.openxmlformats.org/drawingml/2006/main">
              <a:ext uri="{FF2B5EF4-FFF2-40B4-BE49-F238E27FC236}">
                <a16:creationId xmlns:a16="http://schemas.microsoft.com/office/drawing/2014/main" id="{84BF5824-F367-4CDC-A14D-FD5972B8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60293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8" name="A-I-row-20-col-35-value-0">
            <a:extLst xmlns:a="http://schemas.openxmlformats.org/drawingml/2006/main">
              <a:ext uri="{FF2B5EF4-FFF2-40B4-BE49-F238E27FC236}">
                <a16:creationId xmlns:a16="http://schemas.microsoft.com/office/drawing/2014/main" id="{F73FD42F-2808-48C4-A011-ED839A89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0293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9" name="A-I-row-21-col-0-value-0">
            <a:extLst xmlns:a="http://schemas.openxmlformats.org/drawingml/2006/main">
              <a:ext uri="{FF2B5EF4-FFF2-40B4-BE49-F238E27FC236}">
                <a16:creationId xmlns:a16="http://schemas.microsoft.com/office/drawing/2014/main" id="{F6A15BE2-34ED-49D8-A4B1-A4713E99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0712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0" name="A-I-row-21-col-1-value-0">
            <a:extLst xmlns:a="http://schemas.openxmlformats.org/drawingml/2006/main">
              <a:ext uri="{FF2B5EF4-FFF2-40B4-BE49-F238E27FC236}">
                <a16:creationId xmlns:a16="http://schemas.microsoft.com/office/drawing/2014/main" id="{17B60B53-8AF2-4084-AED3-B73D6A4A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60712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1" name="A-I-row-21-col-2-value-0">
            <a:extLst xmlns:a="http://schemas.openxmlformats.org/drawingml/2006/main">
              <a:ext uri="{FF2B5EF4-FFF2-40B4-BE49-F238E27FC236}">
                <a16:creationId xmlns:a16="http://schemas.microsoft.com/office/drawing/2014/main" id="{2205B588-216E-4879-8482-A8B97E28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970" y="60712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2" name="A-I-row-21-col-3-value-0">
            <a:extLst xmlns:a="http://schemas.openxmlformats.org/drawingml/2006/main">
              <a:ext uri="{FF2B5EF4-FFF2-40B4-BE49-F238E27FC236}">
                <a16:creationId xmlns:a16="http://schemas.microsoft.com/office/drawing/2014/main" id="{DC0209B0-6FB1-415F-8734-3A9C94FE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60712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3" name="A-I-row-21-col-4-value-0">
            <a:extLst xmlns:a="http://schemas.openxmlformats.org/drawingml/2006/main">
              <a:ext uri="{FF2B5EF4-FFF2-40B4-BE49-F238E27FC236}">
                <a16:creationId xmlns:a16="http://schemas.microsoft.com/office/drawing/2014/main" id="{2766A170-2B05-403C-96AB-95D403AF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90" y="60712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4" name="A-I-row-21-col-5-value-0">
            <a:extLst xmlns:a="http://schemas.openxmlformats.org/drawingml/2006/main">
              <a:ext uri="{FF2B5EF4-FFF2-40B4-BE49-F238E27FC236}">
                <a16:creationId xmlns:a16="http://schemas.microsoft.com/office/drawing/2014/main" id="{064CEFA8-5A0B-4EE9-B626-856FAF3E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0712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5" name="A-I-row-21-col-6-value-0">
            <a:extLst xmlns:a="http://schemas.openxmlformats.org/drawingml/2006/main">
              <a:ext uri="{FF2B5EF4-FFF2-40B4-BE49-F238E27FC236}">
                <a16:creationId xmlns:a16="http://schemas.microsoft.com/office/drawing/2014/main" id="{4570B5C7-122B-4CBB-AFAA-A8975387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10" y="60712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6" name="A-I-row-21-col-7-value-0">
            <a:extLst xmlns:a="http://schemas.openxmlformats.org/drawingml/2006/main">
              <a:ext uri="{FF2B5EF4-FFF2-40B4-BE49-F238E27FC236}">
                <a16:creationId xmlns:a16="http://schemas.microsoft.com/office/drawing/2014/main" id="{CB37D239-D9FC-4DE2-AD82-673AED39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60712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7" name="A-I-row-21-col-8-value-0">
            <a:extLst xmlns:a="http://schemas.openxmlformats.org/drawingml/2006/main">
              <a:ext uri="{FF2B5EF4-FFF2-40B4-BE49-F238E27FC236}">
                <a16:creationId xmlns:a16="http://schemas.microsoft.com/office/drawing/2014/main" id="{3E7E36E3-328D-428E-80D5-BEBA10F3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30" y="60712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8" name="A-I-row-21-col-9-value-0">
            <a:extLst xmlns:a="http://schemas.openxmlformats.org/drawingml/2006/main">
              <a:ext uri="{FF2B5EF4-FFF2-40B4-BE49-F238E27FC236}">
                <a16:creationId xmlns:a16="http://schemas.microsoft.com/office/drawing/2014/main" id="{08D1B71C-40F9-483D-8378-2C7B0CF4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40" y="60712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9" name="A-I-row-21-col-10-value-0">
            <a:extLst xmlns:a="http://schemas.openxmlformats.org/drawingml/2006/main">
              <a:ext uri="{FF2B5EF4-FFF2-40B4-BE49-F238E27FC236}">
                <a16:creationId xmlns:a16="http://schemas.microsoft.com/office/drawing/2014/main" id="{3D25F58E-E0CA-4C71-982A-BA1F54DC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0712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0" name="A-I-row-21-col-11-value-0">
            <a:extLst xmlns:a="http://schemas.openxmlformats.org/drawingml/2006/main">
              <a:ext uri="{FF2B5EF4-FFF2-40B4-BE49-F238E27FC236}">
                <a16:creationId xmlns:a16="http://schemas.microsoft.com/office/drawing/2014/main" id="{EF418D18-F92B-4369-9A31-6EA04547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60712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1" name="A-I-row-21-col-12-value-0">
            <a:extLst xmlns:a="http://schemas.openxmlformats.org/drawingml/2006/main">
              <a:ext uri="{FF2B5EF4-FFF2-40B4-BE49-F238E27FC236}">
                <a16:creationId xmlns:a16="http://schemas.microsoft.com/office/drawing/2014/main" id="{627AC473-5347-4AA5-AF0C-041596CA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70" y="60712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2" name="A-I-row-21-col-13-value-0">
            <a:extLst xmlns:a="http://schemas.openxmlformats.org/drawingml/2006/main">
              <a:ext uri="{FF2B5EF4-FFF2-40B4-BE49-F238E27FC236}">
                <a16:creationId xmlns:a16="http://schemas.microsoft.com/office/drawing/2014/main" id="{896D9133-323F-4871-9B5C-64E5243D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60712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3" name="A-I-row-21-col-14-value-0">
            <a:extLst xmlns:a="http://schemas.openxmlformats.org/drawingml/2006/main">
              <a:ext uri="{FF2B5EF4-FFF2-40B4-BE49-F238E27FC236}">
                <a16:creationId xmlns:a16="http://schemas.microsoft.com/office/drawing/2014/main" id="{B2F7B7E5-5DCF-4348-ACD5-04297FD9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60712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4" name="A-I-row-21-col-15-value-0">
            <a:extLst xmlns:a="http://schemas.openxmlformats.org/drawingml/2006/main">
              <a:ext uri="{FF2B5EF4-FFF2-40B4-BE49-F238E27FC236}">
                <a16:creationId xmlns:a16="http://schemas.microsoft.com/office/drawing/2014/main" id="{231A6A3D-BD40-49D0-9899-4C32BCB4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0712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5" name="A-I-row-21-col-16-value-0">
            <a:extLst xmlns:a="http://schemas.openxmlformats.org/drawingml/2006/main">
              <a:ext uri="{FF2B5EF4-FFF2-40B4-BE49-F238E27FC236}">
                <a16:creationId xmlns:a16="http://schemas.microsoft.com/office/drawing/2014/main" id="{7760C509-EF07-45C7-8A64-D6AF5D3C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60712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6" name="A-I-row-21-col-17-value-0">
            <a:extLst xmlns:a="http://schemas.openxmlformats.org/drawingml/2006/main">
              <a:ext uri="{FF2B5EF4-FFF2-40B4-BE49-F238E27FC236}">
                <a16:creationId xmlns:a16="http://schemas.microsoft.com/office/drawing/2014/main" id="{96324D4E-4BB5-4F2C-8292-F8499A68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60712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7" name="A-I-row-21-col-18-value-0.4766590654292407">
            <a:extLst xmlns:a="http://schemas.openxmlformats.org/drawingml/2006/main">
              <a:ext uri="{FF2B5EF4-FFF2-40B4-BE49-F238E27FC236}">
                <a16:creationId xmlns:a16="http://schemas.microsoft.com/office/drawing/2014/main" id="{A5F80858-3669-4F9A-95D1-1C9DF105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60712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B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8" name="A-I-row-21-col-19-value-0">
            <a:extLst xmlns:a="http://schemas.openxmlformats.org/drawingml/2006/main">
              <a:ext uri="{FF2B5EF4-FFF2-40B4-BE49-F238E27FC236}">
                <a16:creationId xmlns:a16="http://schemas.microsoft.com/office/drawing/2014/main" id="{210FBBF0-EC9D-4244-BD63-1A2CD764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60712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9" name="A-I-row-21-col-20-value-0.796481923005879">
            <a:extLst xmlns:a="http://schemas.openxmlformats.org/drawingml/2006/main">
              <a:ext uri="{FF2B5EF4-FFF2-40B4-BE49-F238E27FC236}">
                <a16:creationId xmlns:a16="http://schemas.microsoft.com/office/drawing/2014/main" id="{918B5E97-4349-4AD6-8960-59047F27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0712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5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0" name="A-I-row-21-col-21-value-0">
            <a:extLst xmlns:a="http://schemas.openxmlformats.org/drawingml/2006/main">
              <a:ext uri="{FF2B5EF4-FFF2-40B4-BE49-F238E27FC236}">
                <a16:creationId xmlns:a16="http://schemas.microsoft.com/office/drawing/2014/main" id="{DCFB7DBD-7CF1-4273-A738-E6E73CF6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60712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1" name="A-I-row-21-col-22-value-0">
            <a:extLst xmlns:a="http://schemas.openxmlformats.org/drawingml/2006/main">
              <a:ext uri="{FF2B5EF4-FFF2-40B4-BE49-F238E27FC236}">
                <a16:creationId xmlns:a16="http://schemas.microsoft.com/office/drawing/2014/main" id="{234D126C-D697-4804-BED9-A3493118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170" y="60712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2" name="A-I-row-21-col-23-value-0">
            <a:extLst xmlns:a="http://schemas.openxmlformats.org/drawingml/2006/main">
              <a:ext uri="{FF2B5EF4-FFF2-40B4-BE49-F238E27FC236}">
                <a16:creationId xmlns:a16="http://schemas.microsoft.com/office/drawing/2014/main" id="{77AC1D55-0B68-441B-8A84-EF13CE8B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60712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3" name="A-I-row-21-col-24-value-0">
            <a:extLst xmlns:a="http://schemas.openxmlformats.org/drawingml/2006/main">
              <a:ext uri="{FF2B5EF4-FFF2-40B4-BE49-F238E27FC236}">
                <a16:creationId xmlns:a16="http://schemas.microsoft.com/office/drawing/2014/main" id="{E9003D55-BA2B-401A-BBA2-52C38F61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990" y="60712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4" name="A-I-row-21-col-25-value-0">
            <a:extLst xmlns:a="http://schemas.openxmlformats.org/drawingml/2006/main">
              <a:ext uri="{FF2B5EF4-FFF2-40B4-BE49-F238E27FC236}">
                <a16:creationId xmlns:a16="http://schemas.microsoft.com/office/drawing/2014/main" id="{0E740E96-091B-45CD-9EBB-D60EA687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0712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5" name="A-I-row-21-col-26-value-0">
            <a:extLst xmlns:a="http://schemas.openxmlformats.org/drawingml/2006/main">
              <a:ext uri="{FF2B5EF4-FFF2-40B4-BE49-F238E27FC236}">
                <a16:creationId xmlns:a16="http://schemas.microsoft.com/office/drawing/2014/main" id="{FDF50C73-C927-42D7-8E3C-B740C41A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60712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6" name="A-I-row-21-col-27-value-0">
            <a:extLst xmlns:a="http://schemas.openxmlformats.org/drawingml/2006/main">
              <a:ext uri="{FF2B5EF4-FFF2-40B4-BE49-F238E27FC236}">
                <a16:creationId xmlns:a16="http://schemas.microsoft.com/office/drawing/2014/main" id="{55B98077-CFB1-43BC-85FF-E957D501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60712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7" name="A-I-row-21-col-28-value-0">
            <a:extLst xmlns:a="http://schemas.openxmlformats.org/drawingml/2006/main">
              <a:ext uri="{FF2B5EF4-FFF2-40B4-BE49-F238E27FC236}">
                <a16:creationId xmlns:a16="http://schemas.microsoft.com/office/drawing/2014/main" id="{E2833896-0F4A-4B94-B72B-BEBFD22F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60712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8" name="A-I-row-21-col-29-value-0">
            <a:extLst xmlns:a="http://schemas.openxmlformats.org/drawingml/2006/main">
              <a:ext uri="{FF2B5EF4-FFF2-40B4-BE49-F238E27FC236}">
                <a16:creationId xmlns:a16="http://schemas.microsoft.com/office/drawing/2014/main" id="{E0BA3632-F180-4AE4-934B-0E2C2D72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60712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9" name="A-I-row-21-col-30-value-0">
            <a:extLst xmlns:a="http://schemas.openxmlformats.org/drawingml/2006/main">
              <a:ext uri="{FF2B5EF4-FFF2-40B4-BE49-F238E27FC236}">
                <a16:creationId xmlns:a16="http://schemas.microsoft.com/office/drawing/2014/main" id="{46789A0B-6990-4DD8-845C-58FA69F1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0712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0" name="A-I-row-21-col-31-value-0">
            <a:extLst xmlns:a="http://schemas.openxmlformats.org/drawingml/2006/main">
              <a:ext uri="{FF2B5EF4-FFF2-40B4-BE49-F238E27FC236}">
                <a16:creationId xmlns:a16="http://schemas.microsoft.com/office/drawing/2014/main" id="{EC4771D2-2F06-4A84-B777-65ABD295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60712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1" name="A-I-row-21-col-32-value-0">
            <a:extLst xmlns:a="http://schemas.openxmlformats.org/drawingml/2006/main">
              <a:ext uri="{FF2B5EF4-FFF2-40B4-BE49-F238E27FC236}">
                <a16:creationId xmlns:a16="http://schemas.microsoft.com/office/drawing/2014/main" id="{DB3F6CF4-CFEE-4B1F-9648-6AD36676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60712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2" name="A-I-row-21-col-33-value-0">
            <a:extLst xmlns:a="http://schemas.openxmlformats.org/drawingml/2006/main">
              <a:ext uri="{FF2B5EF4-FFF2-40B4-BE49-F238E27FC236}">
                <a16:creationId xmlns:a16="http://schemas.microsoft.com/office/drawing/2014/main" id="{D6E07260-7A24-4BCC-A710-7511206D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60712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3" name="A-I-row-21-col-34-value-0">
            <a:extLst xmlns:a="http://schemas.openxmlformats.org/drawingml/2006/main">
              <a:ext uri="{FF2B5EF4-FFF2-40B4-BE49-F238E27FC236}">
                <a16:creationId xmlns:a16="http://schemas.microsoft.com/office/drawing/2014/main" id="{AD0F01A7-3D9C-49AD-8F3F-E71B85B3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60712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4" name="A-I-row-21-col-35-value-0.4792275680736054">
            <a:extLst xmlns:a="http://schemas.openxmlformats.org/drawingml/2006/main">
              <a:ext uri="{FF2B5EF4-FFF2-40B4-BE49-F238E27FC236}">
                <a16:creationId xmlns:a16="http://schemas.microsoft.com/office/drawing/2014/main" id="{30ED895A-1C4F-44ED-8064-79B5C026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0712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B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5" name="A-I-row-22-col-0-value-0">
            <a:extLst xmlns:a="http://schemas.openxmlformats.org/drawingml/2006/main">
              <a:ext uri="{FF2B5EF4-FFF2-40B4-BE49-F238E27FC236}">
                <a16:creationId xmlns:a16="http://schemas.microsoft.com/office/drawing/2014/main" id="{A5F8BD46-7A15-4750-9350-3F9B623D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1131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6" name="A-I-row-22-col-1-value-0">
            <a:extLst xmlns:a="http://schemas.openxmlformats.org/drawingml/2006/main">
              <a:ext uri="{FF2B5EF4-FFF2-40B4-BE49-F238E27FC236}">
                <a16:creationId xmlns:a16="http://schemas.microsoft.com/office/drawing/2014/main" id="{48EF7C18-3144-4A31-94D6-561D9AC7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61131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7" name="A-I-row-22-col-2-value-0">
            <a:extLst xmlns:a="http://schemas.openxmlformats.org/drawingml/2006/main">
              <a:ext uri="{FF2B5EF4-FFF2-40B4-BE49-F238E27FC236}">
                <a16:creationId xmlns:a16="http://schemas.microsoft.com/office/drawing/2014/main" id="{B7536A02-D8F2-486C-BFEA-60295106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970" y="61131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8" name="A-I-row-22-col-3-value-0">
            <a:extLst xmlns:a="http://schemas.openxmlformats.org/drawingml/2006/main">
              <a:ext uri="{FF2B5EF4-FFF2-40B4-BE49-F238E27FC236}">
                <a16:creationId xmlns:a16="http://schemas.microsoft.com/office/drawing/2014/main" id="{B0C7B678-BBA8-4233-8F98-897BA6A4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61131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9" name="A-I-row-22-col-4-value-0">
            <a:extLst xmlns:a="http://schemas.openxmlformats.org/drawingml/2006/main">
              <a:ext uri="{FF2B5EF4-FFF2-40B4-BE49-F238E27FC236}">
                <a16:creationId xmlns:a16="http://schemas.microsoft.com/office/drawing/2014/main" id="{DD4BA107-CB8A-46CD-A962-72B1CDC1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90" y="61131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0" name="A-I-row-22-col-5-value-0">
            <a:extLst xmlns:a="http://schemas.openxmlformats.org/drawingml/2006/main">
              <a:ext uri="{FF2B5EF4-FFF2-40B4-BE49-F238E27FC236}">
                <a16:creationId xmlns:a16="http://schemas.microsoft.com/office/drawing/2014/main" id="{D46F03F7-710B-4BA6-850A-852A489B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1131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1" name="A-I-row-22-col-6-value-0">
            <a:extLst xmlns:a="http://schemas.openxmlformats.org/drawingml/2006/main">
              <a:ext uri="{FF2B5EF4-FFF2-40B4-BE49-F238E27FC236}">
                <a16:creationId xmlns:a16="http://schemas.microsoft.com/office/drawing/2014/main" id="{5E08C6F5-075B-4276-9167-6C100B1E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10" y="61131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2" name="A-I-row-22-col-7-value-0">
            <a:extLst xmlns:a="http://schemas.openxmlformats.org/drawingml/2006/main">
              <a:ext uri="{FF2B5EF4-FFF2-40B4-BE49-F238E27FC236}">
                <a16:creationId xmlns:a16="http://schemas.microsoft.com/office/drawing/2014/main" id="{4F2265E7-0E0B-465B-B48F-F1D5EE6E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61131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3" name="A-I-row-22-col-8-value-0">
            <a:extLst xmlns:a="http://schemas.openxmlformats.org/drawingml/2006/main">
              <a:ext uri="{FF2B5EF4-FFF2-40B4-BE49-F238E27FC236}">
                <a16:creationId xmlns:a16="http://schemas.microsoft.com/office/drawing/2014/main" id="{8AF5AF9B-A58E-4B41-BB53-7241DD0D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30" y="61131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4" name="A-I-row-22-col-9-value-0">
            <a:extLst xmlns:a="http://schemas.openxmlformats.org/drawingml/2006/main">
              <a:ext uri="{FF2B5EF4-FFF2-40B4-BE49-F238E27FC236}">
                <a16:creationId xmlns:a16="http://schemas.microsoft.com/office/drawing/2014/main" id="{9EADA375-8C0C-4826-868E-E692021E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40" y="61131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5" name="A-I-row-22-col-10-value-0">
            <a:extLst xmlns:a="http://schemas.openxmlformats.org/drawingml/2006/main">
              <a:ext uri="{FF2B5EF4-FFF2-40B4-BE49-F238E27FC236}">
                <a16:creationId xmlns:a16="http://schemas.microsoft.com/office/drawing/2014/main" id="{1C741767-D219-4DC6-8589-B80A8362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1131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6" name="A-I-row-22-col-11-value-0">
            <a:extLst xmlns:a="http://schemas.openxmlformats.org/drawingml/2006/main">
              <a:ext uri="{FF2B5EF4-FFF2-40B4-BE49-F238E27FC236}">
                <a16:creationId xmlns:a16="http://schemas.microsoft.com/office/drawing/2014/main" id="{E17F1C4F-F475-4689-99CC-7B97B3BB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61131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7" name="A-I-row-22-col-12-value-0">
            <a:extLst xmlns:a="http://schemas.openxmlformats.org/drawingml/2006/main">
              <a:ext uri="{FF2B5EF4-FFF2-40B4-BE49-F238E27FC236}">
                <a16:creationId xmlns:a16="http://schemas.microsoft.com/office/drawing/2014/main" id="{2DD760F9-CA7C-4FEE-A77E-1586F69D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70" y="61131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8" name="A-I-row-22-col-13-value-0">
            <a:extLst xmlns:a="http://schemas.openxmlformats.org/drawingml/2006/main">
              <a:ext uri="{FF2B5EF4-FFF2-40B4-BE49-F238E27FC236}">
                <a16:creationId xmlns:a16="http://schemas.microsoft.com/office/drawing/2014/main" id="{F6DEAA2E-ACF4-4BBE-B39B-F9193FF2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61131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9" name="A-I-row-22-col-14-value-0">
            <a:extLst xmlns:a="http://schemas.openxmlformats.org/drawingml/2006/main">
              <a:ext uri="{FF2B5EF4-FFF2-40B4-BE49-F238E27FC236}">
                <a16:creationId xmlns:a16="http://schemas.microsoft.com/office/drawing/2014/main" id="{EFB6AA4F-EB62-49FD-A522-5BED3DB7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61131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0" name="A-I-row-22-col-15-value-0">
            <a:extLst xmlns:a="http://schemas.openxmlformats.org/drawingml/2006/main">
              <a:ext uri="{FF2B5EF4-FFF2-40B4-BE49-F238E27FC236}">
                <a16:creationId xmlns:a16="http://schemas.microsoft.com/office/drawing/2014/main" id="{45868806-941E-4E14-8D38-A717854C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1131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1" name="A-I-row-22-col-16-value-0">
            <a:extLst xmlns:a="http://schemas.openxmlformats.org/drawingml/2006/main">
              <a:ext uri="{FF2B5EF4-FFF2-40B4-BE49-F238E27FC236}">
                <a16:creationId xmlns:a16="http://schemas.microsoft.com/office/drawing/2014/main" id="{FE3D3727-5BD3-4674-B405-3393A001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61131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2" name="A-I-row-22-col-17-value-0">
            <a:extLst xmlns:a="http://schemas.openxmlformats.org/drawingml/2006/main">
              <a:ext uri="{FF2B5EF4-FFF2-40B4-BE49-F238E27FC236}">
                <a16:creationId xmlns:a16="http://schemas.microsoft.com/office/drawing/2014/main" id="{30A87EEC-5849-4F33-B834-B1357BD8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61131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3" name="A-I-row-22-col-18-value-0">
            <a:extLst xmlns:a="http://schemas.openxmlformats.org/drawingml/2006/main">
              <a:ext uri="{FF2B5EF4-FFF2-40B4-BE49-F238E27FC236}">
                <a16:creationId xmlns:a16="http://schemas.microsoft.com/office/drawing/2014/main" id="{476676F3-DD34-4D7B-BD63-4C13F167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61131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4" name="A-I-row-22-col-19-value-0">
            <a:extLst xmlns:a="http://schemas.openxmlformats.org/drawingml/2006/main">
              <a:ext uri="{FF2B5EF4-FFF2-40B4-BE49-F238E27FC236}">
                <a16:creationId xmlns:a16="http://schemas.microsoft.com/office/drawing/2014/main" id="{CCF1CED3-1A4E-4623-AB55-BFA2ECAF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61131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5" name="A-I-row-22-col-20-value-0">
            <a:extLst xmlns:a="http://schemas.openxmlformats.org/drawingml/2006/main">
              <a:ext uri="{FF2B5EF4-FFF2-40B4-BE49-F238E27FC236}">
                <a16:creationId xmlns:a16="http://schemas.microsoft.com/office/drawing/2014/main" id="{E9907DFC-274E-41DC-88FE-DFB988B6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1131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6" name="A-I-row-22-col-21-value-0">
            <a:extLst xmlns:a="http://schemas.openxmlformats.org/drawingml/2006/main">
              <a:ext uri="{FF2B5EF4-FFF2-40B4-BE49-F238E27FC236}">
                <a16:creationId xmlns:a16="http://schemas.microsoft.com/office/drawing/2014/main" id="{5BFAC575-F272-4FAC-9B8D-2CF8A082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61131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7" name="A-I-row-22-col-22-value-0">
            <a:extLst xmlns:a="http://schemas.openxmlformats.org/drawingml/2006/main">
              <a:ext uri="{FF2B5EF4-FFF2-40B4-BE49-F238E27FC236}">
                <a16:creationId xmlns:a16="http://schemas.microsoft.com/office/drawing/2014/main" id="{D2496775-8D16-4C64-8B2D-0009A47A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170" y="61131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8" name="A-I-row-22-col-23-value-0.6715843610133716">
            <a:extLst xmlns:a="http://schemas.openxmlformats.org/drawingml/2006/main">
              <a:ext uri="{FF2B5EF4-FFF2-40B4-BE49-F238E27FC236}">
                <a16:creationId xmlns:a16="http://schemas.microsoft.com/office/drawing/2014/main" id="{71610432-D29C-48A0-8CE3-BE11B6B3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61131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6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9" name="A-I-row-22-col-24-value-0">
            <a:extLst xmlns:a="http://schemas.openxmlformats.org/drawingml/2006/main">
              <a:ext uri="{FF2B5EF4-FFF2-40B4-BE49-F238E27FC236}">
                <a16:creationId xmlns:a16="http://schemas.microsoft.com/office/drawing/2014/main" id="{33179077-B877-41EC-AE39-D21F827E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990" y="61131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0" name="A-I-row-22-col-25-value-0">
            <a:extLst xmlns:a="http://schemas.openxmlformats.org/drawingml/2006/main">
              <a:ext uri="{FF2B5EF4-FFF2-40B4-BE49-F238E27FC236}">
                <a16:creationId xmlns:a16="http://schemas.microsoft.com/office/drawing/2014/main" id="{1CA5BCE7-C043-46C4-BB7A-3117AAA5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1131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1" name="A-I-row-22-col-26-value-0">
            <a:extLst xmlns:a="http://schemas.openxmlformats.org/drawingml/2006/main">
              <a:ext uri="{FF2B5EF4-FFF2-40B4-BE49-F238E27FC236}">
                <a16:creationId xmlns:a16="http://schemas.microsoft.com/office/drawing/2014/main" id="{4EF6ABE6-B08F-40DC-BEFF-62966389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61131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2" name="A-I-row-22-col-27-value-0">
            <a:extLst xmlns:a="http://schemas.openxmlformats.org/drawingml/2006/main">
              <a:ext uri="{FF2B5EF4-FFF2-40B4-BE49-F238E27FC236}">
                <a16:creationId xmlns:a16="http://schemas.microsoft.com/office/drawing/2014/main" id="{2E843150-CC8B-4C30-98DC-E31ACADC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61131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3" name="A-I-row-22-col-28-value-0">
            <a:extLst xmlns:a="http://schemas.openxmlformats.org/drawingml/2006/main">
              <a:ext uri="{FF2B5EF4-FFF2-40B4-BE49-F238E27FC236}">
                <a16:creationId xmlns:a16="http://schemas.microsoft.com/office/drawing/2014/main" id="{994E63EF-BC0B-46E6-B31E-9ED095F4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61131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4" name="A-I-row-22-col-29-value-0">
            <a:extLst xmlns:a="http://schemas.openxmlformats.org/drawingml/2006/main">
              <a:ext uri="{FF2B5EF4-FFF2-40B4-BE49-F238E27FC236}">
                <a16:creationId xmlns:a16="http://schemas.microsoft.com/office/drawing/2014/main" id="{DC163D49-46D8-49F0-B51E-83BD9F85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61131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5" name="A-I-row-22-col-30-value-0">
            <a:extLst xmlns:a="http://schemas.openxmlformats.org/drawingml/2006/main">
              <a:ext uri="{FF2B5EF4-FFF2-40B4-BE49-F238E27FC236}">
                <a16:creationId xmlns:a16="http://schemas.microsoft.com/office/drawing/2014/main" id="{75937FAE-6E65-4AE0-8B5D-CA13E57E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1131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6" name="A-I-row-22-col-31-value-0">
            <a:extLst xmlns:a="http://schemas.openxmlformats.org/drawingml/2006/main">
              <a:ext uri="{FF2B5EF4-FFF2-40B4-BE49-F238E27FC236}">
                <a16:creationId xmlns:a16="http://schemas.microsoft.com/office/drawing/2014/main" id="{523808AB-6110-44F7-93AC-47F79397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61131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7" name="A-I-row-22-col-32-value-0">
            <a:extLst xmlns:a="http://schemas.openxmlformats.org/drawingml/2006/main">
              <a:ext uri="{FF2B5EF4-FFF2-40B4-BE49-F238E27FC236}">
                <a16:creationId xmlns:a16="http://schemas.microsoft.com/office/drawing/2014/main" id="{CDE55F2A-666D-4AF9-9564-C41DC548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61131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8" name="A-I-row-22-col-33-value-0">
            <a:extLst xmlns:a="http://schemas.openxmlformats.org/drawingml/2006/main">
              <a:ext uri="{FF2B5EF4-FFF2-40B4-BE49-F238E27FC236}">
                <a16:creationId xmlns:a16="http://schemas.microsoft.com/office/drawing/2014/main" id="{9DA4AFD9-FED6-48BB-A8E8-8D16385D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61131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9" name="A-I-row-22-col-34-value-0">
            <a:extLst xmlns:a="http://schemas.openxmlformats.org/drawingml/2006/main">
              <a:ext uri="{FF2B5EF4-FFF2-40B4-BE49-F238E27FC236}">
                <a16:creationId xmlns:a16="http://schemas.microsoft.com/office/drawing/2014/main" id="{533E039B-7F9B-4C3C-A802-060E15A5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61131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0" name="A-I-row-22-col-35-value-0">
            <a:extLst xmlns:a="http://schemas.openxmlformats.org/drawingml/2006/main">
              <a:ext uri="{FF2B5EF4-FFF2-40B4-BE49-F238E27FC236}">
                <a16:creationId xmlns:a16="http://schemas.microsoft.com/office/drawing/2014/main" id="{252BDD38-3B87-417B-B8FF-2CF46B6F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1131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1" name="A-I-row-23-col-0-value-0">
            <a:extLst xmlns:a="http://schemas.openxmlformats.org/drawingml/2006/main">
              <a:ext uri="{FF2B5EF4-FFF2-40B4-BE49-F238E27FC236}">
                <a16:creationId xmlns:a16="http://schemas.microsoft.com/office/drawing/2014/main" id="{6765968D-BB8C-4F8E-8CDD-6558FE4D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1550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2" name="A-I-row-23-col-1-value-0">
            <a:extLst xmlns:a="http://schemas.openxmlformats.org/drawingml/2006/main">
              <a:ext uri="{FF2B5EF4-FFF2-40B4-BE49-F238E27FC236}">
                <a16:creationId xmlns:a16="http://schemas.microsoft.com/office/drawing/2014/main" id="{6D62DEE3-E513-4533-A88A-A9510FFB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61550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3" name="A-I-row-23-col-2-value-0">
            <a:extLst xmlns:a="http://schemas.openxmlformats.org/drawingml/2006/main">
              <a:ext uri="{FF2B5EF4-FFF2-40B4-BE49-F238E27FC236}">
                <a16:creationId xmlns:a16="http://schemas.microsoft.com/office/drawing/2014/main" id="{E57B52B2-405A-4B07-A68B-B10C7718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970" y="61550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4" name="A-I-row-23-col-3-value-0">
            <a:extLst xmlns:a="http://schemas.openxmlformats.org/drawingml/2006/main">
              <a:ext uri="{FF2B5EF4-FFF2-40B4-BE49-F238E27FC236}">
                <a16:creationId xmlns:a16="http://schemas.microsoft.com/office/drawing/2014/main" id="{151AF180-99FB-4801-B0DE-9EBE247E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61550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5" name="A-I-row-23-col-4-value-0.6247076196610136">
            <a:extLst xmlns:a="http://schemas.openxmlformats.org/drawingml/2006/main">
              <a:ext uri="{FF2B5EF4-FFF2-40B4-BE49-F238E27FC236}">
                <a16:creationId xmlns:a16="http://schemas.microsoft.com/office/drawing/2014/main" id="{BE8A1155-7FDE-4BE3-9D87-9153CFA7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90" y="61550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6" name="A-I-row-23-col-5-value-0">
            <a:extLst xmlns:a="http://schemas.openxmlformats.org/drawingml/2006/main">
              <a:ext uri="{FF2B5EF4-FFF2-40B4-BE49-F238E27FC236}">
                <a16:creationId xmlns:a16="http://schemas.microsoft.com/office/drawing/2014/main" id="{DD2077A8-2180-47C2-9599-53284787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1550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7" name="A-I-row-23-col-6-value-0">
            <a:extLst xmlns:a="http://schemas.openxmlformats.org/drawingml/2006/main">
              <a:ext uri="{FF2B5EF4-FFF2-40B4-BE49-F238E27FC236}">
                <a16:creationId xmlns:a16="http://schemas.microsoft.com/office/drawing/2014/main" id="{14920378-727B-4037-B9EC-E92B02C7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10" y="61550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8" name="A-I-row-23-col-7-value-0">
            <a:extLst xmlns:a="http://schemas.openxmlformats.org/drawingml/2006/main">
              <a:ext uri="{FF2B5EF4-FFF2-40B4-BE49-F238E27FC236}">
                <a16:creationId xmlns:a16="http://schemas.microsoft.com/office/drawing/2014/main" id="{308555D6-2DDE-40EA-A60A-5B8EEDBE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61550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9" name="A-I-row-23-col-8-value-0">
            <a:extLst xmlns:a="http://schemas.openxmlformats.org/drawingml/2006/main">
              <a:ext uri="{FF2B5EF4-FFF2-40B4-BE49-F238E27FC236}">
                <a16:creationId xmlns:a16="http://schemas.microsoft.com/office/drawing/2014/main" id="{E6FD8049-1D8E-423E-BF3E-AB9DC39B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30" y="61550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0" name="A-I-row-23-col-9-value-0">
            <a:extLst xmlns:a="http://schemas.openxmlformats.org/drawingml/2006/main">
              <a:ext uri="{FF2B5EF4-FFF2-40B4-BE49-F238E27FC236}">
                <a16:creationId xmlns:a16="http://schemas.microsoft.com/office/drawing/2014/main" id="{4AD20A9E-6361-480D-B967-1C51DC0B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40" y="61550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1" name="A-I-row-23-col-10-value-0">
            <a:extLst xmlns:a="http://schemas.openxmlformats.org/drawingml/2006/main">
              <a:ext uri="{FF2B5EF4-FFF2-40B4-BE49-F238E27FC236}">
                <a16:creationId xmlns:a16="http://schemas.microsoft.com/office/drawing/2014/main" id="{30DDB3D7-F45B-45A3-8A37-03731BE8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1550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2" name="A-I-row-23-col-11-value-0">
            <a:extLst xmlns:a="http://schemas.openxmlformats.org/drawingml/2006/main">
              <a:ext uri="{FF2B5EF4-FFF2-40B4-BE49-F238E27FC236}">
                <a16:creationId xmlns:a16="http://schemas.microsoft.com/office/drawing/2014/main" id="{0DBB0B86-C024-4FC4-80B3-E3F06F3B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61550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3" name="A-I-row-23-col-12-value-0">
            <a:extLst xmlns:a="http://schemas.openxmlformats.org/drawingml/2006/main">
              <a:ext uri="{FF2B5EF4-FFF2-40B4-BE49-F238E27FC236}">
                <a16:creationId xmlns:a16="http://schemas.microsoft.com/office/drawing/2014/main" id="{378D7943-F9D8-42B3-B8E1-2119B896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70" y="61550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4" name="A-I-row-23-col-13-value-0">
            <a:extLst xmlns:a="http://schemas.openxmlformats.org/drawingml/2006/main">
              <a:ext uri="{FF2B5EF4-FFF2-40B4-BE49-F238E27FC236}">
                <a16:creationId xmlns:a16="http://schemas.microsoft.com/office/drawing/2014/main" id="{15071BAA-2C05-41B0-B39A-001461E9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61550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5" name="A-I-row-23-col-14-value-0">
            <a:extLst xmlns:a="http://schemas.openxmlformats.org/drawingml/2006/main">
              <a:ext uri="{FF2B5EF4-FFF2-40B4-BE49-F238E27FC236}">
                <a16:creationId xmlns:a16="http://schemas.microsoft.com/office/drawing/2014/main" id="{8924BEC0-5C37-421C-94E7-1DC3DE56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61550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6" name="A-I-row-23-col-15-value-0">
            <a:extLst xmlns:a="http://schemas.openxmlformats.org/drawingml/2006/main">
              <a:ext uri="{FF2B5EF4-FFF2-40B4-BE49-F238E27FC236}">
                <a16:creationId xmlns:a16="http://schemas.microsoft.com/office/drawing/2014/main" id="{1F4F487E-9997-4F64-9099-79510C71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1550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7" name="A-I-row-23-col-16-value-0">
            <a:extLst xmlns:a="http://schemas.openxmlformats.org/drawingml/2006/main">
              <a:ext uri="{FF2B5EF4-FFF2-40B4-BE49-F238E27FC236}">
                <a16:creationId xmlns:a16="http://schemas.microsoft.com/office/drawing/2014/main" id="{E609A0B6-C526-4E52-BEDF-4B05045C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61550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8" name="A-I-row-23-col-17-value-0">
            <a:extLst xmlns:a="http://schemas.openxmlformats.org/drawingml/2006/main">
              <a:ext uri="{FF2B5EF4-FFF2-40B4-BE49-F238E27FC236}">
                <a16:creationId xmlns:a16="http://schemas.microsoft.com/office/drawing/2014/main" id="{68CF922E-7902-449F-B398-6DAEE8AD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61550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9" name="A-I-row-23-col-18-value-0">
            <a:extLst xmlns:a="http://schemas.openxmlformats.org/drawingml/2006/main">
              <a:ext uri="{FF2B5EF4-FFF2-40B4-BE49-F238E27FC236}">
                <a16:creationId xmlns:a16="http://schemas.microsoft.com/office/drawing/2014/main" id="{F6683699-7FF5-4E1F-9AE0-57B5246F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61550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0" name="A-I-row-23-col-19-value-0">
            <a:extLst xmlns:a="http://schemas.openxmlformats.org/drawingml/2006/main">
              <a:ext uri="{FF2B5EF4-FFF2-40B4-BE49-F238E27FC236}">
                <a16:creationId xmlns:a16="http://schemas.microsoft.com/office/drawing/2014/main" id="{1CA92549-5476-469A-ABAB-9B3A17A2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61550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1" name="A-I-row-23-col-20-value-0">
            <a:extLst xmlns:a="http://schemas.openxmlformats.org/drawingml/2006/main">
              <a:ext uri="{FF2B5EF4-FFF2-40B4-BE49-F238E27FC236}">
                <a16:creationId xmlns:a16="http://schemas.microsoft.com/office/drawing/2014/main" id="{663DFB7C-1CD0-472B-8EAB-21C7E801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1550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2" name="A-I-row-23-col-21-value-0">
            <a:extLst xmlns:a="http://schemas.openxmlformats.org/drawingml/2006/main">
              <a:ext uri="{FF2B5EF4-FFF2-40B4-BE49-F238E27FC236}">
                <a16:creationId xmlns:a16="http://schemas.microsoft.com/office/drawing/2014/main" id="{FBC73EBD-2B1D-4BAD-91B8-2D6AA16E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61550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3" name="A-I-row-23-col-22-value-0.6715843610133716">
            <a:extLst xmlns:a="http://schemas.openxmlformats.org/drawingml/2006/main">
              <a:ext uri="{FF2B5EF4-FFF2-40B4-BE49-F238E27FC236}">
                <a16:creationId xmlns:a16="http://schemas.microsoft.com/office/drawing/2014/main" id="{1004B2DC-9F49-4593-8F58-AF6F0B20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170" y="61550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6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4" name="A-I-row-23-col-23-value-0">
            <a:extLst xmlns:a="http://schemas.openxmlformats.org/drawingml/2006/main">
              <a:ext uri="{FF2B5EF4-FFF2-40B4-BE49-F238E27FC236}">
                <a16:creationId xmlns:a16="http://schemas.microsoft.com/office/drawing/2014/main" id="{F1C4A378-5EC3-45BE-891B-EBC5D1C0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61550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5" name="A-I-row-23-col-24-value-0">
            <a:extLst xmlns:a="http://schemas.openxmlformats.org/drawingml/2006/main">
              <a:ext uri="{FF2B5EF4-FFF2-40B4-BE49-F238E27FC236}">
                <a16:creationId xmlns:a16="http://schemas.microsoft.com/office/drawing/2014/main" id="{454A9E3B-C02B-418F-80B5-0F366881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990" y="61550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6" name="A-I-row-23-col-25-value-0">
            <a:extLst xmlns:a="http://schemas.openxmlformats.org/drawingml/2006/main">
              <a:ext uri="{FF2B5EF4-FFF2-40B4-BE49-F238E27FC236}">
                <a16:creationId xmlns:a16="http://schemas.microsoft.com/office/drawing/2014/main" id="{66B932F9-F076-4CA0-982C-A2E19188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1550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7" name="A-I-row-23-col-26-value-0">
            <a:extLst xmlns:a="http://schemas.openxmlformats.org/drawingml/2006/main">
              <a:ext uri="{FF2B5EF4-FFF2-40B4-BE49-F238E27FC236}">
                <a16:creationId xmlns:a16="http://schemas.microsoft.com/office/drawing/2014/main" id="{577A2952-B750-4D88-A3DD-167F5511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61550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8" name="A-I-row-23-col-27-value-0">
            <a:extLst xmlns:a="http://schemas.openxmlformats.org/drawingml/2006/main">
              <a:ext uri="{FF2B5EF4-FFF2-40B4-BE49-F238E27FC236}">
                <a16:creationId xmlns:a16="http://schemas.microsoft.com/office/drawing/2014/main" id="{C64B96CF-9594-4273-8920-EBF9F599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61550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9" name="A-I-row-23-col-28-value-0">
            <a:extLst xmlns:a="http://schemas.openxmlformats.org/drawingml/2006/main">
              <a:ext uri="{FF2B5EF4-FFF2-40B4-BE49-F238E27FC236}">
                <a16:creationId xmlns:a16="http://schemas.microsoft.com/office/drawing/2014/main" id="{5E812F5F-6E80-4877-9396-3DCEE7D0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61550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0" name="A-I-row-23-col-29-value-0">
            <a:extLst xmlns:a="http://schemas.openxmlformats.org/drawingml/2006/main">
              <a:ext uri="{FF2B5EF4-FFF2-40B4-BE49-F238E27FC236}">
                <a16:creationId xmlns:a16="http://schemas.microsoft.com/office/drawing/2014/main" id="{B6F93358-A227-4C8E-8D4B-DBCAD1A3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61550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1" name="A-I-row-23-col-30-value-0">
            <a:extLst xmlns:a="http://schemas.openxmlformats.org/drawingml/2006/main">
              <a:ext uri="{FF2B5EF4-FFF2-40B4-BE49-F238E27FC236}">
                <a16:creationId xmlns:a16="http://schemas.microsoft.com/office/drawing/2014/main" id="{F27C2AC4-8760-40CC-8749-1619BDDF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1550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2" name="A-I-row-23-col-31-value-0">
            <a:extLst xmlns:a="http://schemas.openxmlformats.org/drawingml/2006/main">
              <a:ext uri="{FF2B5EF4-FFF2-40B4-BE49-F238E27FC236}">
                <a16:creationId xmlns:a16="http://schemas.microsoft.com/office/drawing/2014/main" id="{770902AD-3FF4-4476-97B0-D427221C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61550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3" name="A-I-row-23-col-32-value-0">
            <a:extLst xmlns:a="http://schemas.openxmlformats.org/drawingml/2006/main">
              <a:ext uri="{FF2B5EF4-FFF2-40B4-BE49-F238E27FC236}">
                <a16:creationId xmlns:a16="http://schemas.microsoft.com/office/drawing/2014/main" id="{1BC37781-C81F-4E50-A204-0F53E9E0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61550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4" name="A-I-row-23-col-33-value-0">
            <a:extLst xmlns:a="http://schemas.openxmlformats.org/drawingml/2006/main">
              <a:ext uri="{FF2B5EF4-FFF2-40B4-BE49-F238E27FC236}">
                <a16:creationId xmlns:a16="http://schemas.microsoft.com/office/drawing/2014/main" id="{35703D0E-B35D-47D7-946F-752EAE9E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61550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5" name="A-I-row-23-col-34-value-0">
            <a:extLst xmlns:a="http://schemas.openxmlformats.org/drawingml/2006/main">
              <a:ext uri="{FF2B5EF4-FFF2-40B4-BE49-F238E27FC236}">
                <a16:creationId xmlns:a16="http://schemas.microsoft.com/office/drawing/2014/main" id="{7287D775-E9EE-493D-A0AC-650AB164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61550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6" name="A-I-row-23-col-35-value-0">
            <a:extLst xmlns:a="http://schemas.openxmlformats.org/drawingml/2006/main">
              <a:ext uri="{FF2B5EF4-FFF2-40B4-BE49-F238E27FC236}">
                <a16:creationId xmlns:a16="http://schemas.microsoft.com/office/drawing/2014/main" id="{D82D48DD-F2A0-4B60-9A99-D49FB903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1550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7" name="A-I-row-24-col-0-value-0">
            <a:extLst xmlns:a="http://schemas.openxmlformats.org/drawingml/2006/main">
              <a:ext uri="{FF2B5EF4-FFF2-40B4-BE49-F238E27FC236}">
                <a16:creationId xmlns:a16="http://schemas.microsoft.com/office/drawing/2014/main" id="{4CEE45C8-9429-4E87-AD8F-0E2622B6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1969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8" name="A-I-row-24-col-1-value-0">
            <a:extLst xmlns:a="http://schemas.openxmlformats.org/drawingml/2006/main">
              <a:ext uri="{FF2B5EF4-FFF2-40B4-BE49-F238E27FC236}">
                <a16:creationId xmlns:a16="http://schemas.microsoft.com/office/drawing/2014/main" id="{0B0E5D30-AF11-49C3-B794-05B70B69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61969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9" name="A-I-row-24-col-2-value-0">
            <a:extLst xmlns:a="http://schemas.openxmlformats.org/drawingml/2006/main">
              <a:ext uri="{FF2B5EF4-FFF2-40B4-BE49-F238E27FC236}">
                <a16:creationId xmlns:a16="http://schemas.microsoft.com/office/drawing/2014/main" id="{E9D91F27-A8AF-4CDE-980D-7814ABB0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970" y="61969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0" name="A-I-row-24-col-3-value-0">
            <a:extLst xmlns:a="http://schemas.openxmlformats.org/drawingml/2006/main">
              <a:ext uri="{FF2B5EF4-FFF2-40B4-BE49-F238E27FC236}">
                <a16:creationId xmlns:a16="http://schemas.microsoft.com/office/drawing/2014/main" id="{E8BBBCE3-3261-42BE-B7A8-A17CFDE2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61969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1" name="A-I-row-24-col-4-value-0">
            <a:extLst xmlns:a="http://schemas.openxmlformats.org/drawingml/2006/main">
              <a:ext uri="{FF2B5EF4-FFF2-40B4-BE49-F238E27FC236}">
                <a16:creationId xmlns:a16="http://schemas.microsoft.com/office/drawing/2014/main" id="{4BB7C645-B989-42E5-8CEC-70721B6B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90" y="61969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2" name="A-I-row-24-col-5-value-0">
            <a:extLst xmlns:a="http://schemas.openxmlformats.org/drawingml/2006/main">
              <a:ext uri="{FF2B5EF4-FFF2-40B4-BE49-F238E27FC236}">
                <a16:creationId xmlns:a16="http://schemas.microsoft.com/office/drawing/2014/main" id="{DD7CD2AF-97C2-4FCB-B0D2-35DDA6EB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1969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3" name="A-I-row-24-col-6-value-0">
            <a:extLst xmlns:a="http://schemas.openxmlformats.org/drawingml/2006/main">
              <a:ext uri="{FF2B5EF4-FFF2-40B4-BE49-F238E27FC236}">
                <a16:creationId xmlns:a16="http://schemas.microsoft.com/office/drawing/2014/main" id="{34385326-76F2-443F-9A71-52BBF098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10" y="61969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4" name="A-I-row-24-col-7-value-0">
            <a:extLst xmlns:a="http://schemas.openxmlformats.org/drawingml/2006/main">
              <a:ext uri="{FF2B5EF4-FFF2-40B4-BE49-F238E27FC236}">
                <a16:creationId xmlns:a16="http://schemas.microsoft.com/office/drawing/2014/main" id="{5977852D-2610-4AEA-B332-3AEBDC5D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61969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5" name="A-I-row-24-col-8-value-0">
            <a:extLst xmlns:a="http://schemas.openxmlformats.org/drawingml/2006/main">
              <a:ext uri="{FF2B5EF4-FFF2-40B4-BE49-F238E27FC236}">
                <a16:creationId xmlns:a16="http://schemas.microsoft.com/office/drawing/2014/main" id="{B8B03347-C17A-4921-AA57-04B15EB6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30" y="61969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6" name="A-I-row-24-col-9-value-0">
            <a:extLst xmlns:a="http://schemas.openxmlformats.org/drawingml/2006/main">
              <a:ext uri="{FF2B5EF4-FFF2-40B4-BE49-F238E27FC236}">
                <a16:creationId xmlns:a16="http://schemas.microsoft.com/office/drawing/2014/main" id="{9756F2D1-1F4E-4649-91C9-1DFED689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40" y="61969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7" name="A-I-row-24-col-10-value-0">
            <a:extLst xmlns:a="http://schemas.openxmlformats.org/drawingml/2006/main">
              <a:ext uri="{FF2B5EF4-FFF2-40B4-BE49-F238E27FC236}">
                <a16:creationId xmlns:a16="http://schemas.microsoft.com/office/drawing/2014/main" id="{BEB314C7-1484-4814-A377-B3675C28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1969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8" name="A-I-row-24-col-11-value-0">
            <a:extLst xmlns:a="http://schemas.openxmlformats.org/drawingml/2006/main">
              <a:ext uri="{FF2B5EF4-FFF2-40B4-BE49-F238E27FC236}">
                <a16:creationId xmlns:a16="http://schemas.microsoft.com/office/drawing/2014/main" id="{987F7400-4213-461B-BAC1-A9369C99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61969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9" name="A-I-row-24-col-12-value-0">
            <a:extLst xmlns:a="http://schemas.openxmlformats.org/drawingml/2006/main">
              <a:ext uri="{FF2B5EF4-FFF2-40B4-BE49-F238E27FC236}">
                <a16:creationId xmlns:a16="http://schemas.microsoft.com/office/drawing/2014/main" id="{B8C46572-A35B-4F66-B559-4930298A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70" y="61969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0" name="A-I-row-24-col-13-value-0">
            <a:extLst xmlns:a="http://schemas.openxmlformats.org/drawingml/2006/main">
              <a:ext uri="{FF2B5EF4-FFF2-40B4-BE49-F238E27FC236}">
                <a16:creationId xmlns:a16="http://schemas.microsoft.com/office/drawing/2014/main" id="{A7213D5A-4F24-446B-82EB-61B743CA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61969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1" name="A-I-row-24-col-14-value-0">
            <a:extLst xmlns:a="http://schemas.openxmlformats.org/drawingml/2006/main">
              <a:ext uri="{FF2B5EF4-FFF2-40B4-BE49-F238E27FC236}">
                <a16:creationId xmlns:a16="http://schemas.microsoft.com/office/drawing/2014/main" id="{2E5CA373-C538-4615-B74C-125A5898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61969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2" name="A-I-row-24-col-15-value-0">
            <a:extLst xmlns:a="http://schemas.openxmlformats.org/drawingml/2006/main">
              <a:ext uri="{FF2B5EF4-FFF2-40B4-BE49-F238E27FC236}">
                <a16:creationId xmlns:a16="http://schemas.microsoft.com/office/drawing/2014/main" id="{5F5EC168-80C7-46FF-B3AD-94105436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1969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3" name="A-I-row-24-col-16-value-0">
            <a:extLst xmlns:a="http://schemas.openxmlformats.org/drawingml/2006/main">
              <a:ext uri="{FF2B5EF4-FFF2-40B4-BE49-F238E27FC236}">
                <a16:creationId xmlns:a16="http://schemas.microsoft.com/office/drawing/2014/main" id="{1DFA558E-3283-4539-8D33-25585AEF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61969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4" name="A-I-row-24-col-17-value-0">
            <a:extLst xmlns:a="http://schemas.openxmlformats.org/drawingml/2006/main">
              <a:ext uri="{FF2B5EF4-FFF2-40B4-BE49-F238E27FC236}">
                <a16:creationId xmlns:a16="http://schemas.microsoft.com/office/drawing/2014/main" id="{D36675ED-3968-48B7-AC31-0E505AE6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61969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5" name="A-I-row-24-col-18-value-0">
            <a:extLst xmlns:a="http://schemas.openxmlformats.org/drawingml/2006/main">
              <a:ext uri="{FF2B5EF4-FFF2-40B4-BE49-F238E27FC236}">
                <a16:creationId xmlns:a16="http://schemas.microsoft.com/office/drawing/2014/main" id="{A292F664-A488-4289-8F6D-10F19B0A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61969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6" name="A-I-row-24-col-19-value-0">
            <a:extLst xmlns:a="http://schemas.openxmlformats.org/drawingml/2006/main">
              <a:ext uri="{FF2B5EF4-FFF2-40B4-BE49-F238E27FC236}">
                <a16:creationId xmlns:a16="http://schemas.microsoft.com/office/drawing/2014/main" id="{2E07682C-CF02-43FB-93EA-B03FBD61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61969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7" name="A-I-row-24-col-20-value-0">
            <a:extLst xmlns:a="http://schemas.openxmlformats.org/drawingml/2006/main">
              <a:ext uri="{FF2B5EF4-FFF2-40B4-BE49-F238E27FC236}">
                <a16:creationId xmlns:a16="http://schemas.microsoft.com/office/drawing/2014/main" id="{22564825-1C6A-4BE2-8004-1819D042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1969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8" name="A-I-row-24-col-21-value-0">
            <a:extLst xmlns:a="http://schemas.openxmlformats.org/drawingml/2006/main">
              <a:ext uri="{FF2B5EF4-FFF2-40B4-BE49-F238E27FC236}">
                <a16:creationId xmlns:a16="http://schemas.microsoft.com/office/drawing/2014/main" id="{283EC2FB-C4B3-4E4E-BABA-A7BC4FFF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61969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9" name="A-I-row-24-col-22-value-0">
            <a:extLst xmlns:a="http://schemas.openxmlformats.org/drawingml/2006/main">
              <a:ext uri="{FF2B5EF4-FFF2-40B4-BE49-F238E27FC236}">
                <a16:creationId xmlns:a16="http://schemas.microsoft.com/office/drawing/2014/main" id="{C41D563A-8773-469E-B9B0-68E930A5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170" y="61969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0" name="A-I-row-24-col-23-value-0">
            <a:extLst xmlns:a="http://schemas.openxmlformats.org/drawingml/2006/main">
              <a:ext uri="{FF2B5EF4-FFF2-40B4-BE49-F238E27FC236}">
                <a16:creationId xmlns:a16="http://schemas.microsoft.com/office/drawing/2014/main" id="{21B85BBC-4945-41B1-AE89-D5768040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61969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1" name="A-I-row-24-col-24-value-0">
            <a:extLst xmlns:a="http://schemas.openxmlformats.org/drawingml/2006/main">
              <a:ext uri="{FF2B5EF4-FFF2-40B4-BE49-F238E27FC236}">
                <a16:creationId xmlns:a16="http://schemas.microsoft.com/office/drawing/2014/main" id="{830AA9C5-4894-481A-9E53-1A0A0D74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990" y="61969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2" name="A-I-row-24-col-25-value-0.7300634760828016">
            <a:extLst xmlns:a="http://schemas.openxmlformats.org/drawingml/2006/main">
              <a:ext uri="{FF2B5EF4-FFF2-40B4-BE49-F238E27FC236}">
                <a16:creationId xmlns:a16="http://schemas.microsoft.com/office/drawing/2014/main" id="{CEDD0265-3481-4882-A55C-42CDDCF1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1969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3" name="A-I-row-24-col-26-value-0">
            <a:extLst xmlns:a="http://schemas.openxmlformats.org/drawingml/2006/main">
              <a:ext uri="{FF2B5EF4-FFF2-40B4-BE49-F238E27FC236}">
                <a16:creationId xmlns:a16="http://schemas.microsoft.com/office/drawing/2014/main" id="{7F406599-5E12-4355-A0C1-DE49C572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61969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4" name="A-I-row-24-col-27-value-0">
            <a:extLst xmlns:a="http://schemas.openxmlformats.org/drawingml/2006/main">
              <a:ext uri="{FF2B5EF4-FFF2-40B4-BE49-F238E27FC236}">
                <a16:creationId xmlns:a16="http://schemas.microsoft.com/office/drawing/2014/main" id="{C814AFAF-C444-4AF2-A5FE-BE550265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61969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5" name="A-I-row-24-col-28-value-0">
            <a:extLst xmlns:a="http://schemas.openxmlformats.org/drawingml/2006/main">
              <a:ext uri="{FF2B5EF4-FFF2-40B4-BE49-F238E27FC236}">
                <a16:creationId xmlns:a16="http://schemas.microsoft.com/office/drawing/2014/main" id="{CB226FFD-1106-4B18-9A1E-BACA3A49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61969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6" name="A-I-row-24-col-29-value-0">
            <a:extLst xmlns:a="http://schemas.openxmlformats.org/drawingml/2006/main">
              <a:ext uri="{FF2B5EF4-FFF2-40B4-BE49-F238E27FC236}">
                <a16:creationId xmlns:a16="http://schemas.microsoft.com/office/drawing/2014/main" id="{4C92D75E-EAA7-462C-BE50-8CDE0522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61969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7" name="A-I-row-24-col-30-value-0">
            <a:extLst xmlns:a="http://schemas.openxmlformats.org/drawingml/2006/main">
              <a:ext uri="{FF2B5EF4-FFF2-40B4-BE49-F238E27FC236}">
                <a16:creationId xmlns:a16="http://schemas.microsoft.com/office/drawing/2014/main" id="{FA617A5A-D8E3-4893-B768-70A19C62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1969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8" name="A-I-row-24-col-31-value-0">
            <a:extLst xmlns:a="http://schemas.openxmlformats.org/drawingml/2006/main">
              <a:ext uri="{FF2B5EF4-FFF2-40B4-BE49-F238E27FC236}">
                <a16:creationId xmlns:a16="http://schemas.microsoft.com/office/drawing/2014/main" id="{0D6F47B0-FE1D-44A0-AA6C-3E8556FA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61969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9" name="A-I-row-24-col-32-value-0">
            <a:extLst xmlns:a="http://schemas.openxmlformats.org/drawingml/2006/main">
              <a:ext uri="{FF2B5EF4-FFF2-40B4-BE49-F238E27FC236}">
                <a16:creationId xmlns:a16="http://schemas.microsoft.com/office/drawing/2014/main" id="{A8303820-2DB2-4AF3-B4F5-09430C95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61969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0" name="A-I-row-24-col-33-value-0">
            <a:extLst xmlns:a="http://schemas.openxmlformats.org/drawingml/2006/main">
              <a:ext uri="{FF2B5EF4-FFF2-40B4-BE49-F238E27FC236}">
                <a16:creationId xmlns:a16="http://schemas.microsoft.com/office/drawing/2014/main" id="{DFA36CDC-1AB8-4C39-A25E-A1544F71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61969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1" name="A-I-row-24-col-34-value-0">
            <a:extLst xmlns:a="http://schemas.openxmlformats.org/drawingml/2006/main">
              <a:ext uri="{FF2B5EF4-FFF2-40B4-BE49-F238E27FC236}">
                <a16:creationId xmlns:a16="http://schemas.microsoft.com/office/drawing/2014/main" id="{34309EA8-0839-4885-B747-37B6D231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61969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2" name="A-I-row-24-col-35-value-0">
            <a:extLst xmlns:a="http://schemas.openxmlformats.org/drawingml/2006/main">
              <a:ext uri="{FF2B5EF4-FFF2-40B4-BE49-F238E27FC236}">
                <a16:creationId xmlns:a16="http://schemas.microsoft.com/office/drawing/2014/main" id="{406E884D-2168-45C0-8ED6-447B7C5C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1969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3" name="A-I-row-25-col-0-value-0">
            <a:extLst xmlns:a="http://schemas.openxmlformats.org/drawingml/2006/main">
              <a:ext uri="{FF2B5EF4-FFF2-40B4-BE49-F238E27FC236}">
                <a16:creationId xmlns:a16="http://schemas.microsoft.com/office/drawing/2014/main" id="{8D7A9652-1BEE-4018-B451-C82DC2E4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2388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4" name="A-I-row-25-col-1-value-0">
            <a:extLst xmlns:a="http://schemas.openxmlformats.org/drawingml/2006/main">
              <a:ext uri="{FF2B5EF4-FFF2-40B4-BE49-F238E27FC236}">
                <a16:creationId xmlns:a16="http://schemas.microsoft.com/office/drawing/2014/main" id="{22484741-55E2-42D4-A37D-AC107B33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62388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5" name="A-I-row-25-col-2-value-0">
            <a:extLst xmlns:a="http://schemas.openxmlformats.org/drawingml/2006/main">
              <a:ext uri="{FF2B5EF4-FFF2-40B4-BE49-F238E27FC236}">
                <a16:creationId xmlns:a16="http://schemas.microsoft.com/office/drawing/2014/main" id="{93C00BE4-8ACC-4733-BF40-EE95CE45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970" y="62388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6" name="A-I-row-25-col-3-value-0">
            <a:extLst xmlns:a="http://schemas.openxmlformats.org/drawingml/2006/main">
              <a:ext uri="{FF2B5EF4-FFF2-40B4-BE49-F238E27FC236}">
                <a16:creationId xmlns:a16="http://schemas.microsoft.com/office/drawing/2014/main" id="{C19634B0-700A-40D1-AEF0-C396B3C4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62388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7" name="A-I-row-25-col-4-value-0.5918177912277367">
            <a:extLst xmlns:a="http://schemas.openxmlformats.org/drawingml/2006/main">
              <a:ext uri="{FF2B5EF4-FFF2-40B4-BE49-F238E27FC236}">
                <a16:creationId xmlns:a16="http://schemas.microsoft.com/office/drawing/2014/main" id="{121AAE93-9E06-42A0-A410-5A0DA84A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90" y="62388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9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8" name="A-I-row-25-col-5-value-0.5955364078314151">
            <a:extLst xmlns:a="http://schemas.openxmlformats.org/drawingml/2006/main">
              <a:ext uri="{FF2B5EF4-FFF2-40B4-BE49-F238E27FC236}">
                <a16:creationId xmlns:a16="http://schemas.microsoft.com/office/drawing/2014/main" id="{1A7C1E3D-E6AD-4DB7-A70E-29E68DAD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2388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9" name="A-I-row-25-col-6-value-0">
            <a:extLst xmlns:a="http://schemas.openxmlformats.org/drawingml/2006/main">
              <a:ext uri="{FF2B5EF4-FFF2-40B4-BE49-F238E27FC236}">
                <a16:creationId xmlns:a16="http://schemas.microsoft.com/office/drawing/2014/main" id="{2C4E1E3F-F4AC-4909-BB72-ECAC040C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10" y="62388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0" name="A-I-row-25-col-7-value-0">
            <a:extLst xmlns:a="http://schemas.openxmlformats.org/drawingml/2006/main">
              <a:ext uri="{FF2B5EF4-FFF2-40B4-BE49-F238E27FC236}">
                <a16:creationId xmlns:a16="http://schemas.microsoft.com/office/drawing/2014/main" id="{0134E77D-441D-4E70-86A9-EE8441B1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62388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1" name="A-I-row-25-col-8-value-0">
            <a:extLst xmlns:a="http://schemas.openxmlformats.org/drawingml/2006/main">
              <a:ext uri="{FF2B5EF4-FFF2-40B4-BE49-F238E27FC236}">
                <a16:creationId xmlns:a16="http://schemas.microsoft.com/office/drawing/2014/main" id="{853C4219-0279-4EDD-956F-A4E46C11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30" y="62388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2" name="A-I-row-25-col-9-value-0">
            <a:extLst xmlns:a="http://schemas.openxmlformats.org/drawingml/2006/main">
              <a:ext uri="{FF2B5EF4-FFF2-40B4-BE49-F238E27FC236}">
                <a16:creationId xmlns:a16="http://schemas.microsoft.com/office/drawing/2014/main" id="{7B2491FB-1B44-40AC-9157-E765E295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40" y="62388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3" name="A-I-row-25-col-10-value-0">
            <a:extLst xmlns:a="http://schemas.openxmlformats.org/drawingml/2006/main">
              <a:ext uri="{FF2B5EF4-FFF2-40B4-BE49-F238E27FC236}">
                <a16:creationId xmlns:a16="http://schemas.microsoft.com/office/drawing/2014/main" id="{C8AD734D-942F-45E6-947F-F7A06FE7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2388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4" name="A-I-row-25-col-11-value-0">
            <a:extLst xmlns:a="http://schemas.openxmlformats.org/drawingml/2006/main">
              <a:ext uri="{FF2B5EF4-FFF2-40B4-BE49-F238E27FC236}">
                <a16:creationId xmlns:a16="http://schemas.microsoft.com/office/drawing/2014/main" id="{49252F1A-504E-454A-A072-8CEE0B79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62388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5" name="A-I-row-25-col-12-value-0">
            <a:extLst xmlns:a="http://schemas.openxmlformats.org/drawingml/2006/main">
              <a:ext uri="{FF2B5EF4-FFF2-40B4-BE49-F238E27FC236}">
                <a16:creationId xmlns:a16="http://schemas.microsoft.com/office/drawing/2014/main" id="{A22DB83E-50EC-4D36-BFD0-D956043A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70" y="62388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6" name="A-I-row-25-col-13-value-0">
            <a:extLst xmlns:a="http://schemas.openxmlformats.org/drawingml/2006/main">
              <a:ext uri="{FF2B5EF4-FFF2-40B4-BE49-F238E27FC236}">
                <a16:creationId xmlns:a16="http://schemas.microsoft.com/office/drawing/2014/main" id="{76999DBF-92A7-483E-ACC2-259CB181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62388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7" name="A-I-row-25-col-14-value-0">
            <a:extLst xmlns:a="http://schemas.openxmlformats.org/drawingml/2006/main">
              <a:ext uri="{FF2B5EF4-FFF2-40B4-BE49-F238E27FC236}">
                <a16:creationId xmlns:a16="http://schemas.microsoft.com/office/drawing/2014/main" id="{7FDCA0A9-35A1-49C8-8DF4-36058834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62388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8" name="A-I-row-25-col-15-value-0">
            <a:extLst xmlns:a="http://schemas.openxmlformats.org/drawingml/2006/main">
              <a:ext uri="{FF2B5EF4-FFF2-40B4-BE49-F238E27FC236}">
                <a16:creationId xmlns:a16="http://schemas.microsoft.com/office/drawing/2014/main" id="{54EE9157-787E-4744-A2A5-C8445DB7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2388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9" name="A-I-row-25-col-16-value-0">
            <a:extLst xmlns:a="http://schemas.openxmlformats.org/drawingml/2006/main">
              <a:ext uri="{FF2B5EF4-FFF2-40B4-BE49-F238E27FC236}">
                <a16:creationId xmlns:a16="http://schemas.microsoft.com/office/drawing/2014/main" id="{7BB52533-D165-4E7A-BEA9-6997FC6C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62388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0" name="A-I-row-25-col-17-value-0">
            <a:extLst xmlns:a="http://schemas.openxmlformats.org/drawingml/2006/main">
              <a:ext uri="{FF2B5EF4-FFF2-40B4-BE49-F238E27FC236}">
                <a16:creationId xmlns:a16="http://schemas.microsoft.com/office/drawing/2014/main" id="{70018DF3-2DE5-4B1A-B846-E88E7102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62388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1" name="A-I-row-25-col-18-value-0">
            <a:extLst xmlns:a="http://schemas.openxmlformats.org/drawingml/2006/main">
              <a:ext uri="{FF2B5EF4-FFF2-40B4-BE49-F238E27FC236}">
                <a16:creationId xmlns:a16="http://schemas.microsoft.com/office/drawing/2014/main" id="{F4E11ADC-6E2C-4685-A047-AE7D5432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62388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2" name="A-I-row-25-col-19-value-0">
            <a:extLst xmlns:a="http://schemas.openxmlformats.org/drawingml/2006/main">
              <a:ext uri="{FF2B5EF4-FFF2-40B4-BE49-F238E27FC236}">
                <a16:creationId xmlns:a16="http://schemas.microsoft.com/office/drawing/2014/main" id="{3EB9AFAA-2327-4DFC-9796-3E704D45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62388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3" name="A-I-row-25-col-20-value-0">
            <a:extLst xmlns:a="http://schemas.openxmlformats.org/drawingml/2006/main">
              <a:ext uri="{FF2B5EF4-FFF2-40B4-BE49-F238E27FC236}">
                <a16:creationId xmlns:a16="http://schemas.microsoft.com/office/drawing/2014/main" id="{57EB69C8-5D9D-49DF-8EA7-22422EC6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2388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4" name="A-I-row-25-col-21-value-0">
            <a:extLst xmlns:a="http://schemas.openxmlformats.org/drawingml/2006/main">
              <a:ext uri="{FF2B5EF4-FFF2-40B4-BE49-F238E27FC236}">
                <a16:creationId xmlns:a16="http://schemas.microsoft.com/office/drawing/2014/main" id="{D1D6C6C2-32EB-45CC-A26C-A6B9BE05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62388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5" name="A-I-row-25-col-22-value-0">
            <a:extLst xmlns:a="http://schemas.openxmlformats.org/drawingml/2006/main">
              <a:ext uri="{FF2B5EF4-FFF2-40B4-BE49-F238E27FC236}">
                <a16:creationId xmlns:a16="http://schemas.microsoft.com/office/drawing/2014/main" id="{AFB02254-DC76-4E4E-8C6F-C1AADF6C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170" y="62388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6" name="A-I-row-25-col-23-value-0">
            <a:extLst xmlns:a="http://schemas.openxmlformats.org/drawingml/2006/main">
              <a:ext uri="{FF2B5EF4-FFF2-40B4-BE49-F238E27FC236}">
                <a16:creationId xmlns:a16="http://schemas.microsoft.com/office/drawing/2014/main" id="{3DDE02FF-987D-42A5-BDEC-6C18CF88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62388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7" name="A-I-row-25-col-24-value-0.7300634760828016">
            <a:extLst xmlns:a="http://schemas.openxmlformats.org/drawingml/2006/main">
              <a:ext uri="{FF2B5EF4-FFF2-40B4-BE49-F238E27FC236}">
                <a16:creationId xmlns:a16="http://schemas.microsoft.com/office/drawing/2014/main" id="{491DCCC5-FECB-4AE8-9574-AAB6AB2E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990" y="62388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8" name="A-I-row-25-col-25-value-0">
            <a:extLst xmlns:a="http://schemas.openxmlformats.org/drawingml/2006/main">
              <a:ext uri="{FF2B5EF4-FFF2-40B4-BE49-F238E27FC236}">
                <a16:creationId xmlns:a16="http://schemas.microsoft.com/office/drawing/2014/main" id="{C282E74F-5765-4436-8620-1396B090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2388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9" name="A-I-row-25-col-26-value-0">
            <a:extLst xmlns:a="http://schemas.openxmlformats.org/drawingml/2006/main">
              <a:ext uri="{FF2B5EF4-FFF2-40B4-BE49-F238E27FC236}">
                <a16:creationId xmlns:a16="http://schemas.microsoft.com/office/drawing/2014/main" id="{49C73DCA-D986-47A6-8501-30DD9D18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62388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0" name="A-I-row-25-col-27-value-0">
            <a:extLst xmlns:a="http://schemas.openxmlformats.org/drawingml/2006/main">
              <a:ext uri="{FF2B5EF4-FFF2-40B4-BE49-F238E27FC236}">
                <a16:creationId xmlns:a16="http://schemas.microsoft.com/office/drawing/2014/main" id="{D63A30B2-F169-47AF-83F5-A029B23C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62388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1" name="A-I-row-25-col-28-value-0">
            <a:extLst xmlns:a="http://schemas.openxmlformats.org/drawingml/2006/main">
              <a:ext uri="{FF2B5EF4-FFF2-40B4-BE49-F238E27FC236}">
                <a16:creationId xmlns:a16="http://schemas.microsoft.com/office/drawing/2014/main" id="{DFF3517E-4B5F-4BFA-AF98-D46C6EE9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62388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2" name="A-I-row-25-col-29-value-0">
            <a:extLst xmlns:a="http://schemas.openxmlformats.org/drawingml/2006/main">
              <a:ext uri="{FF2B5EF4-FFF2-40B4-BE49-F238E27FC236}">
                <a16:creationId xmlns:a16="http://schemas.microsoft.com/office/drawing/2014/main" id="{12FB77F5-CF00-4378-B603-6AED0AFB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62388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3" name="A-I-row-25-col-30-value-0">
            <a:extLst xmlns:a="http://schemas.openxmlformats.org/drawingml/2006/main">
              <a:ext uri="{FF2B5EF4-FFF2-40B4-BE49-F238E27FC236}">
                <a16:creationId xmlns:a16="http://schemas.microsoft.com/office/drawing/2014/main" id="{CF92DF15-4722-4307-848F-3D08C713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2388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4" name="A-I-row-25-col-31-value-0">
            <a:extLst xmlns:a="http://schemas.openxmlformats.org/drawingml/2006/main">
              <a:ext uri="{FF2B5EF4-FFF2-40B4-BE49-F238E27FC236}">
                <a16:creationId xmlns:a16="http://schemas.microsoft.com/office/drawing/2014/main" id="{4EE44A37-6D59-408F-97DD-36703D4A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62388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5" name="A-I-row-25-col-32-value-0">
            <a:extLst xmlns:a="http://schemas.openxmlformats.org/drawingml/2006/main">
              <a:ext uri="{FF2B5EF4-FFF2-40B4-BE49-F238E27FC236}">
                <a16:creationId xmlns:a16="http://schemas.microsoft.com/office/drawing/2014/main" id="{4F185572-7214-4AD2-967C-3C1EAA35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62388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6" name="A-I-row-25-col-33-value-0">
            <a:extLst xmlns:a="http://schemas.openxmlformats.org/drawingml/2006/main">
              <a:ext uri="{FF2B5EF4-FFF2-40B4-BE49-F238E27FC236}">
                <a16:creationId xmlns:a16="http://schemas.microsoft.com/office/drawing/2014/main" id="{F12470DA-AC1C-4513-9A7E-8AAA4E06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62388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7" name="A-I-row-25-col-34-value-0">
            <a:extLst xmlns:a="http://schemas.openxmlformats.org/drawingml/2006/main">
              <a:ext uri="{FF2B5EF4-FFF2-40B4-BE49-F238E27FC236}">
                <a16:creationId xmlns:a16="http://schemas.microsoft.com/office/drawing/2014/main" id="{43BFD1B9-B356-4626-AB6B-2BABB6DC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62388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8" name="A-I-row-25-col-35-value-0">
            <a:extLst xmlns:a="http://schemas.openxmlformats.org/drawingml/2006/main">
              <a:ext uri="{FF2B5EF4-FFF2-40B4-BE49-F238E27FC236}">
                <a16:creationId xmlns:a16="http://schemas.microsoft.com/office/drawing/2014/main" id="{0ABB6DA4-EAB1-42FF-A218-3DA37076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2388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9" name="A-I-row-26-col-0-value-0">
            <a:extLst xmlns:a="http://schemas.openxmlformats.org/drawingml/2006/main">
              <a:ext uri="{FF2B5EF4-FFF2-40B4-BE49-F238E27FC236}">
                <a16:creationId xmlns:a16="http://schemas.microsoft.com/office/drawing/2014/main" id="{1B38A6DE-A26E-4367-8947-85584206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2807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0" name="A-I-row-26-col-1-value-0">
            <a:extLst xmlns:a="http://schemas.openxmlformats.org/drawingml/2006/main">
              <a:ext uri="{FF2B5EF4-FFF2-40B4-BE49-F238E27FC236}">
                <a16:creationId xmlns:a16="http://schemas.microsoft.com/office/drawing/2014/main" id="{BF427410-7CAE-49CA-84DD-F92D2FDD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62807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1" name="A-I-row-26-col-2-value-0">
            <a:extLst xmlns:a="http://schemas.openxmlformats.org/drawingml/2006/main">
              <a:ext uri="{FF2B5EF4-FFF2-40B4-BE49-F238E27FC236}">
                <a16:creationId xmlns:a16="http://schemas.microsoft.com/office/drawing/2014/main" id="{47AD4A3E-688C-4F87-AABB-89CD3338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970" y="62807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2" name="A-I-row-26-col-3-value-0">
            <a:extLst xmlns:a="http://schemas.openxmlformats.org/drawingml/2006/main">
              <a:ext uri="{FF2B5EF4-FFF2-40B4-BE49-F238E27FC236}">
                <a16:creationId xmlns:a16="http://schemas.microsoft.com/office/drawing/2014/main" id="{FA117B7A-7DDA-4439-ADA3-238508B1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62807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3" name="A-I-row-26-col-4-value-0">
            <a:extLst xmlns:a="http://schemas.openxmlformats.org/drawingml/2006/main">
              <a:ext uri="{FF2B5EF4-FFF2-40B4-BE49-F238E27FC236}">
                <a16:creationId xmlns:a16="http://schemas.microsoft.com/office/drawing/2014/main" id="{07255CE3-536D-46F4-898E-6E6B43FD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90" y="62807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4" name="A-I-row-26-col-5-value-0">
            <a:extLst xmlns:a="http://schemas.openxmlformats.org/drawingml/2006/main">
              <a:ext uri="{FF2B5EF4-FFF2-40B4-BE49-F238E27FC236}">
                <a16:creationId xmlns:a16="http://schemas.microsoft.com/office/drawing/2014/main" id="{3826656D-0F92-48E9-BAA6-9E13BF0D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2807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5" name="A-I-row-26-col-6-value-0">
            <a:extLst xmlns:a="http://schemas.openxmlformats.org/drawingml/2006/main">
              <a:ext uri="{FF2B5EF4-FFF2-40B4-BE49-F238E27FC236}">
                <a16:creationId xmlns:a16="http://schemas.microsoft.com/office/drawing/2014/main" id="{08D7E285-006D-4DF5-85D2-95F44401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10" y="62807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6" name="A-I-row-26-col-7-value-0.6561471021293714">
            <a:extLst xmlns:a="http://schemas.openxmlformats.org/drawingml/2006/main">
              <a:ext uri="{FF2B5EF4-FFF2-40B4-BE49-F238E27FC236}">
                <a16:creationId xmlns:a16="http://schemas.microsoft.com/office/drawing/2014/main" id="{927516F7-04F5-4FFC-BA64-4CAF5653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62807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A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7" name="A-I-row-26-col-8-value-0.6688769255535385">
            <a:extLst xmlns:a="http://schemas.openxmlformats.org/drawingml/2006/main">
              <a:ext uri="{FF2B5EF4-FFF2-40B4-BE49-F238E27FC236}">
                <a16:creationId xmlns:a16="http://schemas.microsoft.com/office/drawing/2014/main" id="{429BEBA0-FA06-4BE9-8364-9D4BB896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30" y="62807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6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8" name="A-I-row-26-col-9-value-0">
            <a:extLst xmlns:a="http://schemas.openxmlformats.org/drawingml/2006/main">
              <a:ext uri="{FF2B5EF4-FFF2-40B4-BE49-F238E27FC236}">
                <a16:creationId xmlns:a16="http://schemas.microsoft.com/office/drawing/2014/main" id="{113EBC60-8144-4DB6-B33F-D2C9E916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40" y="62807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9" name="A-I-row-26-col-10-value-0.5935697528686218">
            <a:extLst xmlns:a="http://schemas.openxmlformats.org/drawingml/2006/main">
              <a:ext uri="{FF2B5EF4-FFF2-40B4-BE49-F238E27FC236}">
                <a16:creationId xmlns:a16="http://schemas.microsoft.com/office/drawing/2014/main" id="{FFC30424-CE20-4071-8911-C0716E8C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2807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9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0" name="A-I-row-26-col-11-value-0.5791465868913335">
            <a:extLst xmlns:a="http://schemas.openxmlformats.org/drawingml/2006/main">
              <a:ext uri="{FF2B5EF4-FFF2-40B4-BE49-F238E27FC236}">
                <a16:creationId xmlns:a16="http://schemas.microsoft.com/office/drawing/2014/main" id="{DE618D4A-A33F-4CAD-AF63-1DF146C8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62807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9C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1" name="A-I-row-26-col-12-value-0">
            <a:extLst xmlns:a="http://schemas.openxmlformats.org/drawingml/2006/main">
              <a:ext uri="{FF2B5EF4-FFF2-40B4-BE49-F238E27FC236}">
                <a16:creationId xmlns:a16="http://schemas.microsoft.com/office/drawing/2014/main" id="{DFFB47B3-94AF-406B-A9A1-AD5D9882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70" y="62807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2" name="A-I-row-26-col-13-value-0">
            <a:extLst xmlns:a="http://schemas.openxmlformats.org/drawingml/2006/main">
              <a:ext uri="{FF2B5EF4-FFF2-40B4-BE49-F238E27FC236}">
                <a16:creationId xmlns:a16="http://schemas.microsoft.com/office/drawing/2014/main" id="{667BDC44-F6C4-4D5F-82C6-F40BC498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62807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3" name="A-I-row-26-col-14-value-0">
            <a:extLst xmlns:a="http://schemas.openxmlformats.org/drawingml/2006/main">
              <a:ext uri="{FF2B5EF4-FFF2-40B4-BE49-F238E27FC236}">
                <a16:creationId xmlns:a16="http://schemas.microsoft.com/office/drawing/2014/main" id="{A1011C9C-79D0-44B3-B3CF-C6FFFB94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62807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4" name="A-I-row-26-col-15-value-0">
            <a:extLst xmlns:a="http://schemas.openxmlformats.org/drawingml/2006/main">
              <a:ext uri="{FF2B5EF4-FFF2-40B4-BE49-F238E27FC236}">
                <a16:creationId xmlns:a16="http://schemas.microsoft.com/office/drawing/2014/main" id="{409A6C0F-3487-4A5E-8E40-ADEA909E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2807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5" name="A-I-row-26-col-16-value-0">
            <a:extLst xmlns:a="http://schemas.openxmlformats.org/drawingml/2006/main">
              <a:ext uri="{FF2B5EF4-FFF2-40B4-BE49-F238E27FC236}">
                <a16:creationId xmlns:a16="http://schemas.microsoft.com/office/drawing/2014/main" id="{4D02FCCE-16F0-43A7-A382-B2F4B48B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62807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6" name="A-I-row-26-col-17-value-0">
            <a:extLst xmlns:a="http://schemas.openxmlformats.org/drawingml/2006/main">
              <a:ext uri="{FF2B5EF4-FFF2-40B4-BE49-F238E27FC236}">
                <a16:creationId xmlns:a16="http://schemas.microsoft.com/office/drawing/2014/main" id="{DA5EBEA0-99BE-44ED-8465-F32CD40B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62807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7" name="A-I-row-26-col-18-value-0">
            <a:extLst xmlns:a="http://schemas.openxmlformats.org/drawingml/2006/main">
              <a:ext uri="{FF2B5EF4-FFF2-40B4-BE49-F238E27FC236}">
                <a16:creationId xmlns:a16="http://schemas.microsoft.com/office/drawing/2014/main" id="{C9D97858-3B30-4FA9-8B8B-27E00AF4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62807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8" name="A-I-row-26-col-19-value-0">
            <a:extLst xmlns:a="http://schemas.openxmlformats.org/drawingml/2006/main">
              <a:ext uri="{FF2B5EF4-FFF2-40B4-BE49-F238E27FC236}">
                <a16:creationId xmlns:a16="http://schemas.microsoft.com/office/drawing/2014/main" id="{C30A5EA7-A5E9-4111-85B5-D08BC82F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62807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9" name="A-I-row-26-col-20-value-0">
            <a:extLst xmlns:a="http://schemas.openxmlformats.org/drawingml/2006/main">
              <a:ext uri="{FF2B5EF4-FFF2-40B4-BE49-F238E27FC236}">
                <a16:creationId xmlns:a16="http://schemas.microsoft.com/office/drawing/2014/main" id="{4B521095-F00A-4352-AE28-5BD86637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2807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0" name="A-I-row-26-col-21-value-0">
            <a:extLst xmlns:a="http://schemas.openxmlformats.org/drawingml/2006/main">
              <a:ext uri="{FF2B5EF4-FFF2-40B4-BE49-F238E27FC236}">
                <a16:creationId xmlns:a16="http://schemas.microsoft.com/office/drawing/2014/main" id="{17E339D8-C4B8-478F-91EA-CA15B489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62807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1" name="A-I-row-26-col-22-value-0">
            <a:extLst xmlns:a="http://schemas.openxmlformats.org/drawingml/2006/main">
              <a:ext uri="{FF2B5EF4-FFF2-40B4-BE49-F238E27FC236}">
                <a16:creationId xmlns:a16="http://schemas.microsoft.com/office/drawing/2014/main" id="{E023DA58-DD96-41A5-924D-E832B5FF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170" y="62807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2" name="A-I-row-26-col-23-value-0">
            <a:extLst xmlns:a="http://schemas.openxmlformats.org/drawingml/2006/main">
              <a:ext uri="{FF2B5EF4-FFF2-40B4-BE49-F238E27FC236}">
                <a16:creationId xmlns:a16="http://schemas.microsoft.com/office/drawing/2014/main" id="{FC5093E9-15E9-4F4D-92FE-46251AE2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62807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3" name="A-I-row-26-col-24-value-0">
            <a:extLst xmlns:a="http://schemas.openxmlformats.org/drawingml/2006/main">
              <a:ext uri="{FF2B5EF4-FFF2-40B4-BE49-F238E27FC236}">
                <a16:creationId xmlns:a16="http://schemas.microsoft.com/office/drawing/2014/main" id="{28F96C03-7E86-4371-92E7-AA54DD96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990" y="62807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4" name="A-I-row-26-col-25-value-0">
            <a:extLst xmlns:a="http://schemas.openxmlformats.org/drawingml/2006/main">
              <a:ext uri="{FF2B5EF4-FFF2-40B4-BE49-F238E27FC236}">
                <a16:creationId xmlns:a16="http://schemas.microsoft.com/office/drawing/2014/main" id="{C864C707-5781-4FB2-85D0-BE2B244A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2807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5" name="A-I-row-26-col-26-value-0">
            <a:extLst xmlns:a="http://schemas.openxmlformats.org/drawingml/2006/main">
              <a:ext uri="{FF2B5EF4-FFF2-40B4-BE49-F238E27FC236}">
                <a16:creationId xmlns:a16="http://schemas.microsoft.com/office/drawing/2014/main" id="{54480B22-AD29-4674-A00F-82B88475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62807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6" name="A-I-row-26-col-27-value-0.8820036009358379">
            <a:extLst xmlns:a="http://schemas.openxmlformats.org/drawingml/2006/main">
              <a:ext uri="{FF2B5EF4-FFF2-40B4-BE49-F238E27FC236}">
                <a16:creationId xmlns:a16="http://schemas.microsoft.com/office/drawing/2014/main" id="{33A216F0-80EE-411F-8D45-2500435C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62807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4F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7" name="A-I-row-26-col-28-value-0.7232396755370106">
            <a:extLst xmlns:a="http://schemas.openxmlformats.org/drawingml/2006/main">
              <a:ext uri="{FF2B5EF4-FFF2-40B4-BE49-F238E27FC236}">
                <a16:creationId xmlns:a16="http://schemas.microsoft.com/office/drawing/2014/main" id="{E88013C8-7E1C-41E1-8D5D-79CE9F62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62807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8" name="A-I-row-26-col-29-value-0">
            <a:extLst xmlns:a="http://schemas.openxmlformats.org/drawingml/2006/main">
              <a:ext uri="{FF2B5EF4-FFF2-40B4-BE49-F238E27FC236}">
                <a16:creationId xmlns:a16="http://schemas.microsoft.com/office/drawing/2014/main" id="{F30DD3E6-3ADF-4BAD-9F8C-FDCD9E6B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62807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9" name="A-I-row-26-col-30-value-0">
            <a:extLst xmlns:a="http://schemas.openxmlformats.org/drawingml/2006/main">
              <a:ext uri="{FF2B5EF4-FFF2-40B4-BE49-F238E27FC236}">
                <a16:creationId xmlns:a16="http://schemas.microsoft.com/office/drawing/2014/main" id="{B5E3ACAA-9832-4FF4-87AF-7C157826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2807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0" name="A-I-row-26-col-31-value-0">
            <a:extLst xmlns:a="http://schemas.openxmlformats.org/drawingml/2006/main">
              <a:ext uri="{FF2B5EF4-FFF2-40B4-BE49-F238E27FC236}">
                <a16:creationId xmlns:a16="http://schemas.microsoft.com/office/drawing/2014/main" id="{C7073BA7-35A0-4C5F-9DC8-E4F13EA7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62807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1" name="A-I-row-26-col-32-value-0">
            <a:extLst xmlns:a="http://schemas.openxmlformats.org/drawingml/2006/main">
              <a:ext uri="{FF2B5EF4-FFF2-40B4-BE49-F238E27FC236}">
                <a16:creationId xmlns:a16="http://schemas.microsoft.com/office/drawing/2014/main" id="{DB52B233-9912-452B-89C4-45AA66F4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62807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2" name="A-I-row-26-col-33-value-0">
            <a:extLst xmlns:a="http://schemas.openxmlformats.org/drawingml/2006/main">
              <a:ext uri="{FF2B5EF4-FFF2-40B4-BE49-F238E27FC236}">
                <a16:creationId xmlns:a16="http://schemas.microsoft.com/office/drawing/2014/main" id="{1F30B6E0-6C28-475B-99BC-EE228F14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62807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3" name="A-I-row-26-col-34-value-0">
            <a:extLst xmlns:a="http://schemas.openxmlformats.org/drawingml/2006/main">
              <a:ext uri="{FF2B5EF4-FFF2-40B4-BE49-F238E27FC236}">
                <a16:creationId xmlns:a16="http://schemas.microsoft.com/office/drawing/2014/main" id="{64C78231-4920-4F2B-B4F9-B0D006A1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62807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4" name="A-I-row-26-col-35-value-0">
            <a:extLst xmlns:a="http://schemas.openxmlformats.org/drawingml/2006/main">
              <a:ext uri="{FF2B5EF4-FFF2-40B4-BE49-F238E27FC236}">
                <a16:creationId xmlns:a16="http://schemas.microsoft.com/office/drawing/2014/main" id="{2FE1EB3E-20FA-48AF-B628-D35C8457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28078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5" name="A-I-row-27-col-0-value-0">
            <a:extLst xmlns:a="http://schemas.openxmlformats.org/drawingml/2006/main">
              <a:ext uri="{FF2B5EF4-FFF2-40B4-BE49-F238E27FC236}">
                <a16:creationId xmlns:a16="http://schemas.microsoft.com/office/drawing/2014/main" id="{B6F8F330-D705-4EF1-8C9E-34282248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3226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6" name="A-I-row-27-col-1-value-0">
            <a:extLst xmlns:a="http://schemas.openxmlformats.org/drawingml/2006/main">
              <a:ext uri="{FF2B5EF4-FFF2-40B4-BE49-F238E27FC236}">
                <a16:creationId xmlns:a16="http://schemas.microsoft.com/office/drawing/2014/main" id="{7C64D74E-23AD-466D-99CB-86B9A91E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63226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7" name="A-I-row-27-col-2-value-0">
            <a:extLst xmlns:a="http://schemas.openxmlformats.org/drawingml/2006/main">
              <a:ext uri="{FF2B5EF4-FFF2-40B4-BE49-F238E27FC236}">
                <a16:creationId xmlns:a16="http://schemas.microsoft.com/office/drawing/2014/main" id="{C98EA974-CAAB-4198-B455-7F1885FF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970" y="63226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8" name="A-I-row-27-col-3-value-0">
            <a:extLst xmlns:a="http://schemas.openxmlformats.org/drawingml/2006/main">
              <a:ext uri="{FF2B5EF4-FFF2-40B4-BE49-F238E27FC236}">
                <a16:creationId xmlns:a16="http://schemas.microsoft.com/office/drawing/2014/main" id="{EBB5EFBC-E4BB-4B54-9C84-281DDE06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63226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9" name="A-I-row-27-col-4-value-0">
            <a:extLst xmlns:a="http://schemas.openxmlformats.org/drawingml/2006/main">
              <a:ext uri="{FF2B5EF4-FFF2-40B4-BE49-F238E27FC236}">
                <a16:creationId xmlns:a16="http://schemas.microsoft.com/office/drawing/2014/main" id="{121D8EB2-EA7A-4E6D-AD05-65A56025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90" y="63226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0" name="A-I-row-27-col-5-value-0">
            <a:extLst xmlns:a="http://schemas.openxmlformats.org/drawingml/2006/main">
              <a:ext uri="{FF2B5EF4-FFF2-40B4-BE49-F238E27FC236}">
                <a16:creationId xmlns:a16="http://schemas.microsoft.com/office/drawing/2014/main" id="{CC331FEC-D20E-4759-AC91-8A48E971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3226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1" name="A-I-row-27-col-6-value-0">
            <a:extLst xmlns:a="http://schemas.openxmlformats.org/drawingml/2006/main">
              <a:ext uri="{FF2B5EF4-FFF2-40B4-BE49-F238E27FC236}">
                <a16:creationId xmlns:a16="http://schemas.microsoft.com/office/drawing/2014/main" id="{3E0B6629-4D64-49A0-807B-2E79E63A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10" y="63226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2" name="A-I-row-27-col-7-value-0">
            <a:extLst xmlns:a="http://schemas.openxmlformats.org/drawingml/2006/main">
              <a:ext uri="{FF2B5EF4-FFF2-40B4-BE49-F238E27FC236}">
                <a16:creationId xmlns:a16="http://schemas.microsoft.com/office/drawing/2014/main" id="{04CDFBD1-C0FC-473D-937C-B9B0ADA0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63226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3" name="A-I-row-27-col-8-value-0.6288810199902533">
            <a:extLst xmlns:a="http://schemas.openxmlformats.org/drawingml/2006/main">
              <a:ext uri="{FF2B5EF4-FFF2-40B4-BE49-F238E27FC236}">
                <a16:creationId xmlns:a16="http://schemas.microsoft.com/office/drawing/2014/main" id="{E153B4B4-1CED-43D2-8A3D-64437CEE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30" y="63226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91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4" name="A-I-row-27-col-9-value-0">
            <a:extLst xmlns:a="http://schemas.openxmlformats.org/drawingml/2006/main">
              <a:ext uri="{FF2B5EF4-FFF2-40B4-BE49-F238E27FC236}">
                <a16:creationId xmlns:a16="http://schemas.microsoft.com/office/drawing/2014/main" id="{5BAB3CC8-2C15-4FBC-B647-4BB8FEA9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40" y="63226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5" name="A-I-row-27-col-10-value-0">
            <a:extLst xmlns:a="http://schemas.openxmlformats.org/drawingml/2006/main">
              <a:ext uri="{FF2B5EF4-FFF2-40B4-BE49-F238E27FC236}">
                <a16:creationId xmlns:a16="http://schemas.microsoft.com/office/drawing/2014/main" id="{81DDCA7F-0DE3-4830-A614-FC525230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3226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6" name="A-I-row-27-col-11-value-0">
            <a:extLst xmlns:a="http://schemas.openxmlformats.org/drawingml/2006/main">
              <a:ext uri="{FF2B5EF4-FFF2-40B4-BE49-F238E27FC236}">
                <a16:creationId xmlns:a16="http://schemas.microsoft.com/office/drawing/2014/main" id="{F6BAECC8-AF1F-4773-AB93-580DA309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63226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7" name="A-I-row-27-col-12-value-0">
            <a:extLst xmlns:a="http://schemas.openxmlformats.org/drawingml/2006/main">
              <a:ext uri="{FF2B5EF4-FFF2-40B4-BE49-F238E27FC236}">
                <a16:creationId xmlns:a16="http://schemas.microsoft.com/office/drawing/2014/main" id="{6D0EE179-7C50-4882-932B-68B35392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70" y="63226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8" name="A-I-row-27-col-13-value-0">
            <a:extLst xmlns:a="http://schemas.openxmlformats.org/drawingml/2006/main">
              <a:ext uri="{FF2B5EF4-FFF2-40B4-BE49-F238E27FC236}">
                <a16:creationId xmlns:a16="http://schemas.microsoft.com/office/drawing/2014/main" id="{FDE48AB9-7BEA-4C47-84B4-5FB236D2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63226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9" name="A-I-row-27-col-14-value-0">
            <a:extLst xmlns:a="http://schemas.openxmlformats.org/drawingml/2006/main">
              <a:ext uri="{FF2B5EF4-FFF2-40B4-BE49-F238E27FC236}">
                <a16:creationId xmlns:a16="http://schemas.microsoft.com/office/drawing/2014/main" id="{3C5EA74D-38D4-4DA3-B3A7-637E5BE6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63226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0" name="A-I-row-27-col-15-value-0">
            <a:extLst xmlns:a="http://schemas.openxmlformats.org/drawingml/2006/main">
              <a:ext uri="{FF2B5EF4-FFF2-40B4-BE49-F238E27FC236}">
                <a16:creationId xmlns:a16="http://schemas.microsoft.com/office/drawing/2014/main" id="{BD5EFB66-E4CF-42D2-B22C-01C36815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3226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1" name="A-I-row-27-col-16-value-0">
            <a:extLst xmlns:a="http://schemas.openxmlformats.org/drawingml/2006/main">
              <a:ext uri="{FF2B5EF4-FFF2-40B4-BE49-F238E27FC236}">
                <a16:creationId xmlns:a16="http://schemas.microsoft.com/office/drawing/2014/main" id="{BB1222F4-D2CD-4F58-B1DD-ABF6D265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63226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2" name="A-I-row-27-col-17-value-0">
            <a:extLst xmlns:a="http://schemas.openxmlformats.org/drawingml/2006/main">
              <a:ext uri="{FF2B5EF4-FFF2-40B4-BE49-F238E27FC236}">
                <a16:creationId xmlns:a16="http://schemas.microsoft.com/office/drawing/2014/main" id="{769E80A6-EE56-4855-883D-1CFE5B46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63226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3" name="A-I-row-27-col-18-value-0">
            <a:extLst xmlns:a="http://schemas.openxmlformats.org/drawingml/2006/main">
              <a:ext uri="{FF2B5EF4-FFF2-40B4-BE49-F238E27FC236}">
                <a16:creationId xmlns:a16="http://schemas.microsoft.com/office/drawing/2014/main" id="{A780ED67-2E83-4BDF-8A62-57AB08FD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63226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4" name="A-I-row-27-col-19-value-0">
            <a:extLst xmlns:a="http://schemas.openxmlformats.org/drawingml/2006/main">
              <a:ext uri="{FF2B5EF4-FFF2-40B4-BE49-F238E27FC236}">
                <a16:creationId xmlns:a16="http://schemas.microsoft.com/office/drawing/2014/main" id="{57142078-A433-4D6D-A0AB-4C389BC0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63226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5" name="A-I-row-27-col-20-value-0">
            <a:extLst xmlns:a="http://schemas.openxmlformats.org/drawingml/2006/main">
              <a:ext uri="{FF2B5EF4-FFF2-40B4-BE49-F238E27FC236}">
                <a16:creationId xmlns:a16="http://schemas.microsoft.com/office/drawing/2014/main" id="{57D3AD48-3219-4786-8677-F83DC887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3226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6" name="A-I-row-27-col-21-value-0">
            <a:extLst xmlns:a="http://schemas.openxmlformats.org/drawingml/2006/main">
              <a:ext uri="{FF2B5EF4-FFF2-40B4-BE49-F238E27FC236}">
                <a16:creationId xmlns:a16="http://schemas.microsoft.com/office/drawing/2014/main" id="{9CBFCCD8-1690-4FD9-BB79-974A9650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63226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7" name="A-I-row-27-col-22-value-0">
            <a:extLst xmlns:a="http://schemas.openxmlformats.org/drawingml/2006/main">
              <a:ext uri="{FF2B5EF4-FFF2-40B4-BE49-F238E27FC236}">
                <a16:creationId xmlns:a16="http://schemas.microsoft.com/office/drawing/2014/main" id="{3EA7B5C7-6E73-4EC8-9706-9D299EBC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170" y="63226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8" name="A-I-row-27-col-23-value-0">
            <a:extLst xmlns:a="http://schemas.openxmlformats.org/drawingml/2006/main">
              <a:ext uri="{FF2B5EF4-FFF2-40B4-BE49-F238E27FC236}">
                <a16:creationId xmlns:a16="http://schemas.microsoft.com/office/drawing/2014/main" id="{3D100BC0-366D-4900-812F-E1D974CE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63226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9" name="A-I-row-27-col-24-value-0">
            <a:extLst xmlns:a="http://schemas.openxmlformats.org/drawingml/2006/main">
              <a:ext uri="{FF2B5EF4-FFF2-40B4-BE49-F238E27FC236}">
                <a16:creationId xmlns:a16="http://schemas.microsoft.com/office/drawing/2014/main" id="{BBF1848F-FD00-47BF-898B-D0B33DF4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990" y="63226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0" name="A-I-row-27-col-25-value-0">
            <a:extLst xmlns:a="http://schemas.openxmlformats.org/drawingml/2006/main">
              <a:ext uri="{FF2B5EF4-FFF2-40B4-BE49-F238E27FC236}">
                <a16:creationId xmlns:a16="http://schemas.microsoft.com/office/drawing/2014/main" id="{8FD80F89-4FD1-4C25-B1A0-94F6FADC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3226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1" name="A-I-row-27-col-26-value-0.8820036009358379">
            <a:extLst xmlns:a="http://schemas.openxmlformats.org/drawingml/2006/main">
              <a:ext uri="{FF2B5EF4-FFF2-40B4-BE49-F238E27FC236}">
                <a16:creationId xmlns:a16="http://schemas.microsoft.com/office/drawing/2014/main" id="{D4E17055-F3EE-4948-B4AA-DB67FD4B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63226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4F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2" name="A-I-row-27-col-27-value-0">
            <a:extLst xmlns:a="http://schemas.openxmlformats.org/drawingml/2006/main">
              <a:ext uri="{FF2B5EF4-FFF2-40B4-BE49-F238E27FC236}">
                <a16:creationId xmlns:a16="http://schemas.microsoft.com/office/drawing/2014/main" id="{6D7EB1D3-4500-4689-8A68-28C5BB44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63226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3" name="A-I-row-27-col-28-value-0.8779017072323171">
            <a:extLst xmlns:a="http://schemas.openxmlformats.org/drawingml/2006/main">
              <a:ext uri="{FF2B5EF4-FFF2-40B4-BE49-F238E27FC236}">
                <a16:creationId xmlns:a16="http://schemas.microsoft.com/office/drawing/2014/main" id="{278E475E-3D6B-4D94-93C9-01CEEBD2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63226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5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4" name="A-I-row-27-col-29-value-0">
            <a:extLst xmlns:a="http://schemas.openxmlformats.org/drawingml/2006/main">
              <a:ext uri="{FF2B5EF4-FFF2-40B4-BE49-F238E27FC236}">
                <a16:creationId xmlns:a16="http://schemas.microsoft.com/office/drawing/2014/main" id="{F99736E7-65CD-471D-9D14-25031C24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63226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5" name="A-I-row-27-col-30-value-0.5294887580823351">
            <a:extLst xmlns:a="http://schemas.openxmlformats.org/drawingml/2006/main">
              <a:ext uri="{FF2B5EF4-FFF2-40B4-BE49-F238E27FC236}">
                <a16:creationId xmlns:a16="http://schemas.microsoft.com/office/drawing/2014/main" id="{3AABAAEE-570E-4389-806E-FC253D49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226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A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6" name="A-I-row-27-col-31-value-0">
            <a:extLst xmlns:a="http://schemas.openxmlformats.org/drawingml/2006/main">
              <a:ext uri="{FF2B5EF4-FFF2-40B4-BE49-F238E27FC236}">
                <a16:creationId xmlns:a16="http://schemas.microsoft.com/office/drawing/2014/main" id="{746AF3E8-6EA0-4463-AC61-A808C6A3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63226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7" name="A-I-row-27-col-32-value-0">
            <a:extLst xmlns:a="http://schemas.openxmlformats.org/drawingml/2006/main">
              <a:ext uri="{FF2B5EF4-FFF2-40B4-BE49-F238E27FC236}">
                <a16:creationId xmlns:a16="http://schemas.microsoft.com/office/drawing/2014/main" id="{8DC80A65-371C-47B9-A8A2-156C6D90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63226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8" name="A-I-row-27-col-33-value-0">
            <a:extLst xmlns:a="http://schemas.openxmlformats.org/drawingml/2006/main">
              <a:ext uri="{FF2B5EF4-FFF2-40B4-BE49-F238E27FC236}">
                <a16:creationId xmlns:a16="http://schemas.microsoft.com/office/drawing/2014/main" id="{033C87C9-176F-4BE9-90EB-9E4C0BC0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63226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9" name="A-I-row-27-col-34-value-0">
            <a:extLst xmlns:a="http://schemas.openxmlformats.org/drawingml/2006/main">
              <a:ext uri="{FF2B5EF4-FFF2-40B4-BE49-F238E27FC236}">
                <a16:creationId xmlns:a16="http://schemas.microsoft.com/office/drawing/2014/main" id="{77A418A4-B18E-4CAC-9C07-27F1FA7E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63226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0" name="A-I-row-27-col-35-value-0">
            <a:extLst xmlns:a="http://schemas.openxmlformats.org/drawingml/2006/main">
              <a:ext uri="{FF2B5EF4-FFF2-40B4-BE49-F238E27FC236}">
                <a16:creationId xmlns:a16="http://schemas.microsoft.com/office/drawing/2014/main" id="{59A6537D-0E6A-43CA-A597-036346F5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32269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1" name="A-I-row-28-col-0-value-0">
            <a:extLst xmlns:a="http://schemas.openxmlformats.org/drawingml/2006/main">
              <a:ext uri="{FF2B5EF4-FFF2-40B4-BE49-F238E27FC236}">
                <a16:creationId xmlns:a16="http://schemas.microsoft.com/office/drawing/2014/main" id="{514E8787-443A-4186-B4EC-C15674C7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3646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2" name="A-I-row-28-col-1-value-0.5013486364880009">
            <a:extLst xmlns:a="http://schemas.openxmlformats.org/drawingml/2006/main">
              <a:ext uri="{FF2B5EF4-FFF2-40B4-BE49-F238E27FC236}">
                <a16:creationId xmlns:a16="http://schemas.microsoft.com/office/drawing/2014/main" id="{24CCEFDB-E1A1-485F-962A-D0F93432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63646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3" name="A-I-row-28-col-2-value-0">
            <a:extLst xmlns:a="http://schemas.openxmlformats.org/drawingml/2006/main">
              <a:ext uri="{FF2B5EF4-FFF2-40B4-BE49-F238E27FC236}">
                <a16:creationId xmlns:a16="http://schemas.microsoft.com/office/drawing/2014/main" id="{706A6322-23C2-4409-8A3D-77C85DBE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970" y="63646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4" name="A-I-row-28-col-3-value-0">
            <a:extLst xmlns:a="http://schemas.openxmlformats.org/drawingml/2006/main">
              <a:ext uri="{FF2B5EF4-FFF2-40B4-BE49-F238E27FC236}">
                <a16:creationId xmlns:a16="http://schemas.microsoft.com/office/drawing/2014/main" id="{9DC60DAE-C34D-409A-8C00-28C76350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63646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5" name="A-I-row-28-col-4-value-0">
            <a:extLst xmlns:a="http://schemas.openxmlformats.org/drawingml/2006/main">
              <a:ext uri="{FF2B5EF4-FFF2-40B4-BE49-F238E27FC236}">
                <a16:creationId xmlns:a16="http://schemas.microsoft.com/office/drawing/2014/main" id="{3F98765E-D711-485B-A0DC-AB3EC7FE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90" y="63646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6" name="A-I-row-28-col-5-value-0">
            <a:extLst xmlns:a="http://schemas.openxmlformats.org/drawingml/2006/main">
              <a:ext uri="{FF2B5EF4-FFF2-40B4-BE49-F238E27FC236}">
                <a16:creationId xmlns:a16="http://schemas.microsoft.com/office/drawing/2014/main" id="{6F40B301-20D4-42B5-BBEF-A56C2D43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3646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7" name="A-I-row-28-col-6-value-0">
            <a:extLst xmlns:a="http://schemas.openxmlformats.org/drawingml/2006/main">
              <a:ext uri="{FF2B5EF4-FFF2-40B4-BE49-F238E27FC236}">
                <a16:creationId xmlns:a16="http://schemas.microsoft.com/office/drawing/2014/main" id="{D7B62654-216F-410D-A9BC-F88A11A2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10" y="63646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8" name="A-I-row-28-col-7-value-0">
            <a:extLst xmlns:a="http://schemas.openxmlformats.org/drawingml/2006/main">
              <a:ext uri="{FF2B5EF4-FFF2-40B4-BE49-F238E27FC236}">
                <a16:creationId xmlns:a16="http://schemas.microsoft.com/office/drawing/2014/main" id="{A7BAC98A-1D64-43B9-ACB6-B89A3C77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63646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9" name="A-I-row-28-col-8-value-0">
            <a:extLst xmlns:a="http://schemas.openxmlformats.org/drawingml/2006/main">
              <a:ext uri="{FF2B5EF4-FFF2-40B4-BE49-F238E27FC236}">
                <a16:creationId xmlns:a16="http://schemas.microsoft.com/office/drawing/2014/main" id="{3C97AA98-9D5D-46DA-9DF6-1E9D118A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30" y="63646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0" name="A-I-row-28-col-9-value-0">
            <a:extLst xmlns:a="http://schemas.openxmlformats.org/drawingml/2006/main">
              <a:ext uri="{FF2B5EF4-FFF2-40B4-BE49-F238E27FC236}">
                <a16:creationId xmlns:a16="http://schemas.microsoft.com/office/drawing/2014/main" id="{2AA4792A-0C19-49A0-B5E4-DEB05ABF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40" y="63646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1" name="A-I-row-28-col-10-value-0">
            <a:extLst xmlns:a="http://schemas.openxmlformats.org/drawingml/2006/main">
              <a:ext uri="{FF2B5EF4-FFF2-40B4-BE49-F238E27FC236}">
                <a16:creationId xmlns:a16="http://schemas.microsoft.com/office/drawing/2014/main" id="{514D0035-4D89-4DF5-B0E1-83CBC1B8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3646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2" name="A-I-row-28-col-11-value-0">
            <a:extLst xmlns:a="http://schemas.openxmlformats.org/drawingml/2006/main">
              <a:ext uri="{FF2B5EF4-FFF2-40B4-BE49-F238E27FC236}">
                <a16:creationId xmlns:a16="http://schemas.microsoft.com/office/drawing/2014/main" id="{993AC9F5-77D9-4682-A35F-223A228C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63646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3" name="A-I-row-28-col-12-value-0">
            <a:extLst xmlns:a="http://schemas.openxmlformats.org/drawingml/2006/main">
              <a:ext uri="{FF2B5EF4-FFF2-40B4-BE49-F238E27FC236}">
                <a16:creationId xmlns:a16="http://schemas.microsoft.com/office/drawing/2014/main" id="{DA53001D-FA8D-4E0D-BAA1-8C56FC31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70" y="63646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4" name="A-I-row-28-col-13-value-0">
            <a:extLst xmlns:a="http://schemas.openxmlformats.org/drawingml/2006/main">
              <a:ext uri="{FF2B5EF4-FFF2-40B4-BE49-F238E27FC236}">
                <a16:creationId xmlns:a16="http://schemas.microsoft.com/office/drawing/2014/main" id="{39BEC3CF-DA95-45C4-9F99-28D1CF3F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63646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5" name="A-I-row-28-col-14-value-0">
            <a:extLst xmlns:a="http://schemas.openxmlformats.org/drawingml/2006/main">
              <a:ext uri="{FF2B5EF4-FFF2-40B4-BE49-F238E27FC236}">
                <a16:creationId xmlns:a16="http://schemas.microsoft.com/office/drawing/2014/main" id="{9FD86C37-254E-461C-8EFB-B370B46C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63646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6" name="A-I-row-28-col-15-value-0">
            <a:extLst xmlns:a="http://schemas.openxmlformats.org/drawingml/2006/main">
              <a:ext uri="{FF2B5EF4-FFF2-40B4-BE49-F238E27FC236}">
                <a16:creationId xmlns:a16="http://schemas.microsoft.com/office/drawing/2014/main" id="{6E154003-B3B8-4FF7-B08E-885654ED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3646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7" name="A-I-row-28-col-16-value-0">
            <a:extLst xmlns:a="http://schemas.openxmlformats.org/drawingml/2006/main">
              <a:ext uri="{FF2B5EF4-FFF2-40B4-BE49-F238E27FC236}">
                <a16:creationId xmlns:a16="http://schemas.microsoft.com/office/drawing/2014/main" id="{967C83A6-685C-4B69-A2BF-7E0D54D9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63646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8" name="A-I-row-28-col-17-value-0">
            <a:extLst xmlns:a="http://schemas.openxmlformats.org/drawingml/2006/main">
              <a:ext uri="{FF2B5EF4-FFF2-40B4-BE49-F238E27FC236}">
                <a16:creationId xmlns:a16="http://schemas.microsoft.com/office/drawing/2014/main" id="{9290967A-816B-43D4-B7A6-F326A6BE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63646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9" name="A-I-row-28-col-18-value-0">
            <a:extLst xmlns:a="http://schemas.openxmlformats.org/drawingml/2006/main">
              <a:ext uri="{FF2B5EF4-FFF2-40B4-BE49-F238E27FC236}">
                <a16:creationId xmlns:a16="http://schemas.microsoft.com/office/drawing/2014/main" id="{DB244B5A-8B57-497E-B33F-96956C05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63646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0" name="A-I-row-28-col-19-value-0">
            <a:extLst xmlns:a="http://schemas.openxmlformats.org/drawingml/2006/main">
              <a:ext uri="{FF2B5EF4-FFF2-40B4-BE49-F238E27FC236}">
                <a16:creationId xmlns:a16="http://schemas.microsoft.com/office/drawing/2014/main" id="{5F000C91-F491-4ED5-9696-16D9FF55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63646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1" name="A-I-row-28-col-20-value-0">
            <a:extLst xmlns:a="http://schemas.openxmlformats.org/drawingml/2006/main">
              <a:ext uri="{FF2B5EF4-FFF2-40B4-BE49-F238E27FC236}">
                <a16:creationId xmlns:a16="http://schemas.microsoft.com/office/drawing/2014/main" id="{76932F4A-24C1-484E-A073-FB85615A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3646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2" name="A-I-row-28-col-21-value-0">
            <a:extLst xmlns:a="http://schemas.openxmlformats.org/drawingml/2006/main">
              <a:ext uri="{FF2B5EF4-FFF2-40B4-BE49-F238E27FC236}">
                <a16:creationId xmlns:a16="http://schemas.microsoft.com/office/drawing/2014/main" id="{A3674A8E-B457-4F09-A780-9BA55378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63646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3" name="A-I-row-28-col-22-value-0">
            <a:extLst xmlns:a="http://schemas.openxmlformats.org/drawingml/2006/main">
              <a:ext uri="{FF2B5EF4-FFF2-40B4-BE49-F238E27FC236}">
                <a16:creationId xmlns:a16="http://schemas.microsoft.com/office/drawing/2014/main" id="{3585ECFF-4C12-480F-B84D-A9EF3963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170" y="63646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4" name="A-I-row-28-col-23-value-0">
            <a:extLst xmlns:a="http://schemas.openxmlformats.org/drawingml/2006/main">
              <a:ext uri="{FF2B5EF4-FFF2-40B4-BE49-F238E27FC236}">
                <a16:creationId xmlns:a16="http://schemas.microsoft.com/office/drawing/2014/main" id="{02478BF9-1B77-4193-B7D8-B118F1CC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63646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5" name="A-I-row-28-col-24-value-0">
            <a:extLst xmlns:a="http://schemas.openxmlformats.org/drawingml/2006/main">
              <a:ext uri="{FF2B5EF4-FFF2-40B4-BE49-F238E27FC236}">
                <a16:creationId xmlns:a16="http://schemas.microsoft.com/office/drawing/2014/main" id="{6521B98A-6D6A-43B4-94EA-1BD5FFBC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990" y="63646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6" name="A-I-row-28-col-25-value-0">
            <a:extLst xmlns:a="http://schemas.openxmlformats.org/drawingml/2006/main">
              <a:ext uri="{FF2B5EF4-FFF2-40B4-BE49-F238E27FC236}">
                <a16:creationId xmlns:a16="http://schemas.microsoft.com/office/drawing/2014/main" id="{050E60F7-74BC-44B8-8183-61721EE0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3646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7" name="A-I-row-28-col-26-value-0.7232396755370106">
            <a:extLst xmlns:a="http://schemas.openxmlformats.org/drawingml/2006/main">
              <a:ext uri="{FF2B5EF4-FFF2-40B4-BE49-F238E27FC236}">
                <a16:creationId xmlns:a16="http://schemas.microsoft.com/office/drawing/2014/main" id="{BD7A844F-3C45-4459-AEE2-68FA9833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63646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8" name="A-I-row-28-col-27-value-0.8779017072323171">
            <a:extLst xmlns:a="http://schemas.openxmlformats.org/drawingml/2006/main">
              <a:ext uri="{FF2B5EF4-FFF2-40B4-BE49-F238E27FC236}">
                <a16:creationId xmlns:a16="http://schemas.microsoft.com/office/drawing/2014/main" id="{23EC0EB1-6B19-4222-B8FD-E2FC7CAF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63646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5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9" name="A-I-row-28-col-28-value-0">
            <a:extLst xmlns:a="http://schemas.openxmlformats.org/drawingml/2006/main">
              <a:ext uri="{FF2B5EF4-FFF2-40B4-BE49-F238E27FC236}">
                <a16:creationId xmlns:a16="http://schemas.microsoft.com/office/drawing/2014/main" id="{5CCE1EE5-6099-48C9-A6A2-3001DE77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63646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0" name="A-I-row-28-col-29-value-0.6202025761665961">
            <a:extLst xmlns:a="http://schemas.openxmlformats.org/drawingml/2006/main">
              <a:ext uri="{FF2B5EF4-FFF2-40B4-BE49-F238E27FC236}">
                <a16:creationId xmlns:a16="http://schemas.microsoft.com/office/drawing/2014/main" id="{3A42460A-0EC7-4BC6-8582-1FC6B124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63646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9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1" name="A-I-row-28-col-30-value-0">
            <a:extLst xmlns:a="http://schemas.openxmlformats.org/drawingml/2006/main">
              <a:ext uri="{FF2B5EF4-FFF2-40B4-BE49-F238E27FC236}">
                <a16:creationId xmlns:a16="http://schemas.microsoft.com/office/drawing/2014/main" id="{247E7F51-6E1E-441F-B060-02E3CC0B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646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2" name="A-I-row-28-col-31-value-0">
            <a:extLst xmlns:a="http://schemas.openxmlformats.org/drawingml/2006/main">
              <a:ext uri="{FF2B5EF4-FFF2-40B4-BE49-F238E27FC236}">
                <a16:creationId xmlns:a16="http://schemas.microsoft.com/office/drawing/2014/main" id="{7AB163C7-1899-4643-A72F-554BF752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63646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3" name="A-I-row-28-col-32-value-0">
            <a:extLst xmlns:a="http://schemas.openxmlformats.org/drawingml/2006/main">
              <a:ext uri="{FF2B5EF4-FFF2-40B4-BE49-F238E27FC236}">
                <a16:creationId xmlns:a16="http://schemas.microsoft.com/office/drawing/2014/main" id="{70259537-3F40-4211-BD36-9F62BF32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63646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4" name="A-I-row-28-col-33-value-0">
            <a:extLst xmlns:a="http://schemas.openxmlformats.org/drawingml/2006/main">
              <a:ext uri="{FF2B5EF4-FFF2-40B4-BE49-F238E27FC236}">
                <a16:creationId xmlns:a16="http://schemas.microsoft.com/office/drawing/2014/main" id="{54DDF6F8-B0F5-4296-B41D-31307B08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63646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5" name="A-I-row-28-col-34-value-0">
            <a:extLst xmlns:a="http://schemas.openxmlformats.org/drawingml/2006/main">
              <a:ext uri="{FF2B5EF4-FFF2-40B4-BE49-F238E27FC236}">
                <a16:creationId xmlns:a16="http://schemas.microsoft.com/office/drawing/2014/main" id="{A9078EAA-D6FC-486C-A6DE-CBEE7442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63646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6" name="A-I-row-28-col-35-value-0">
            <a:extLst xmlns:a="http://schemas.openxmlformats.org/drawingml/2006/main">
              <a:ext uri="{FF2B5EF4-FFF2-40B4-BE49-F238E27FC236}">
                <a16:creationId xmlns:a16="http://schemas.microsoft.com/office/drawing/2014/main" id="{A9EA4371-3005-4E41-ACDE-8AEC5642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36460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7" name="A-I-row-29-col-0-value-0">
            <a:extLst xmlns:a="http://schemas.openxmlformats.org/drawingml/2006/main">
              <a:ext uri="{FF2B5EF4-FFF2-40B4-BE49-F238E27FC236}">
                <a16:creationId xmlns:a16="http://schemas.microsoft.com/office/drawing/2014/main" id="{14F92630-BF43-48E3-AAD2-A583BFB9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4065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8" name="A-I-row-29-col-1-value-0">
            <a:extLst xmlns:a="http://schemas.openxmlformats.org/drawingml/2006/main">
              <a:ext uri="{FF2B5EF4-FFF2-40B4-BE49-F238E27FC236}">
                <a16:creationId xmlns:a16="http://schemas.microsoft.com/office/drawing/2014/main" id="{A54DC095-73CF-47D5-95F7-4F546FD5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64065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9" name="A-I-row-29-col-2-value-0">
            <a:extLst xmlns:a="http://schemas.openxmlformats.org/drawingml/2006/main">
              <a:ext uri="{FF2B5EF4-FFF2-40B4-BE49-F238E27FC236}">
                <a16:creationId xmlns:a16="http://schemas.microsoft.com/office/drawing/2014/main" id="{C03E7252-6824-4DC0-8A85-69856D00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970" y="64065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0" name="A-I-row-29-col-3-value-0">
            <a:extLst xmlns:a="http://schemas.openxmlformats.org/drawingml/2006/main">
              <a:ext uri="{FF2B5EF4-FFF2-40B4-BE49-F238E27FC236}">
                <a16:creationId xmlns:a16="http://schemas.microsoft.com/office/drawing/2014/main" id="{26AFC108-2E90-4F91-B9B1-84ED57ED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64065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1" name="A-I-row-29-col-4-value-0">
            <a:extLst xmlns:a="http://schemas.openxmlformats.org/drawingml/2006/main">
              <a:ext uri="{FF2B5EF4-FFF2-40B4-BE49-F238E27FC236}">
                <a16:creationId xmlns:a16="http://schemas.microsoft.com/office/drawing/2014/main" id="{E127476E-D08D-4DD3-A7A0-754E14B6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90" y="64065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2" name="A-I-row-29-col-5-value-0">
            <a:extLst xmlns:a="http://schemas.openxmlformats.org/drawingml/2006/main">
              <a:ext uri="{FF2B5EF4-FFF2-40B4-BE49-F238E27FC236}">
                <a16:creationId xmlns:a16="http://schemas.microsoft.com/office/drawing/2014/main" id="{DEA6E235-6D67-4E11-A4F1-1E689275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4065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3" name="A-I-row-29-col-6-value-0">
            <a:extLst xmlns:a="http://schemas.openxmlformats.org/drawingml/2006/main">
              <a:ext uri="{FF2B5EF4-FFF2-40B4-BE49-F238E27FC236}">
                <a16:creationId xmlns:a16="http://schemas.microsoft.com/office/drawing/2014/main" id="{9B799425-A5C3-468B-8EC1-E445AB6E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10" y="64065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4" name="A-I-row-29-col-7-value-0">
            <a:extLst xmlns:a="http://schemas.openxmlformats.org/drawingml/2006/main">
              <a:ext uri="{FF2B5EF4-FFF2-40B4-BE49-F238E27FC236}">
                <a16:creationId xmlns:a16="http://schemas.microsoft.com/office/drawing/2014/main" id="{0B334C65-A8FB-49BD-BEF9-3233DEEA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64065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5" name="A-I-row-29-col-8-value-0">
            <a:extLst xmlns:a="http://schemas.openxmlformats.org/drawingml/2006/main">
              <a:ext uri="{FF2B5EF4-FFF2-40B4-BE49-F238E27FC236}">
                <a16:creationId xmlns:a16="http://schemas.microsoft.com/office/drawing/2014/main" id="{D440AF55-7885-4972-93EC-E6391F07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30" y="64065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6" name="A-I-row-29-col-9-value-0">
            <a:extLst xmlns:a="http://schemas.openxmlformats.org/drawingml/2006/main">
              <a:ext uri="{FF2B5EF4-FFF2-40B4-BE49-F238E27FC236}">
                <a16:creationId xmlns:a16="http://schemas.microsoft.com/office/drawing/2014/main" id="{02AFEFB1-0129-42F5-AFFA-4E1AA1D0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40" y="64065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7" name="A-I-row-29-col-10-value-0">
            <a:extLst xmlns:a="http://schemas.openxmlformats.org/drawingml/2006/main">
              <a:ext uri="{FF2B5EF4-FFF2-40B4-BE49-F238E27FC236}">
                <a16:creationId xmlns:a16="http://schemas.microsoft.com/office/drawing/2014/main" id="{84647CE6-065C-4925-869D-32207520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065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8" name="A-I-row-29-col-11-value-0">
            <a:extLst xmlns:a="http://schemas.openxmlformats.org/drawingml/2006/main">
              <a:ext uri="{FF2B5EF4-FFF2-40B4-BE49-F238E27FC236}">
                <a16:creationId xmlns:a16="http://schemas.microsoft.com/office/drawing/2014/main" id="{F1441E81-857E-434C-A8AC-D8EDAE84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64065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9" name="A-I-row-29-col-12-value-0">
            <a:extLst xmlns:a="http://schemas.openxmlformats.org/drawingml/2006/main">
              <a:ext uri="{FF2B5EF4-FFF2-40B4-BE49-F238E27FC236}">
                <a16:creationId xmlns:a16="http://schemas.microsoft.com/office/drawing/2014/main" id="{A6A2BEE6-A8CA-4A99-8411-B53A473C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70" y="64065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0" name="A-I-row-29-col-13-value-0">
            <a:extLst xmlns:a="http://schemas.openxmlformats.org/drawingml/2006/main">
              <a:ext uri="{FF2B5EF4-FFF2-40B4-BE49-F238E27FC236}">
                <a16:creationId xmlns:a16="http://schemas.microsoft.com/office/drawing/2014/main" id="{8C05E4A0-8BBB-427E-A6A7-00CE7EE8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64065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1" name="A-I-row-29-col-14-value-0">
            <a:extLst xmlns:a="http://schemas.openxmlformats.org/drawingml/2006/main">
              <a:ext uri="{FF2B5EF4-FFF2-40B4-BE49-F238E27FC236}">
                <a16:creationId xmlns:a16="http://schemas.microsoft.com/office/drawing/2014/main" id="{1B621683-4559-4884-9E22-60601BC4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64065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2" name="A-I-row-29-col-15-value-0">
            <a:extLst xmlns:a="http://schemas.openxmlformats.org/drawingml/2006/main">
              <a:ext uri="{FF2B5EF4-FFF2-40B4-BE49-F238E27FC236}">
                <a16:creationId xmlns:a16="http://schemas.microsoft.com/office/drawing/2014/main" id="{36CA96BF-1088-4046-8D04-FA9F80F7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4065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3" name="A-I-row-29-col-16-value-0">
            <a:extLst xmlns:a="http://schemas.openxmlformats.org/drawingml/2006/main">
              <a:ext uri="{FF2B5EF4-FFF2-40B4-BE49-F238E27FC236}">
                <a16:creationId xmlns:a16="http://schemas.microsoft.com/office/drawing/2014/main" id="{DBF8D7D0-74CA-4B04-A455-ADF9BE6E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64065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4" name="A-I-row-29-col-17-value-0">
            <a:extLst xmlns:a="http://schemas.openxmlformats.org/drawingml/2006/main">
              <a:ext uri="{FF2B5EF4-FFF2-40B4-BE49-F238E27FC236}">
                <a16:creationId xmlns:a16="http://schemas.microsoft.com/office/drawing/2014/main" id="{70C896F9-17BA-4982-9C30-65F998B7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64065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5" name="A-I-row-29-col-18-value-0">
            <a:extLst xmlns:a="http://schemas.openxmlformats.org/drawingml/2006/main">
              <a:ext uri="{FF2B5EF4-FFF2-40B4-BE49-F238E27FC236}">
                <a16:creationId xmlns:a16="http://schemas.microsoft.com/office/drawing/2014/main" id="{5263068A-167E-4579-8568-C4661C28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64065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6" name="A-I-row-29-col-19-value-0">
            <a:extLst xmlns:a="http://schemas.openxmlformats.org/drawingml/2006/main">
              <a:ext uri="{FF2B5EF4-FFF2-40B4-BE49-F238E27FC236}">
                <a16:creationId xmlns:a16="http://schemas.microsoft.com/office/drawing/2014/main" id="{9B454E0D-7129-412B-940C-0FF4B402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64065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7" name="A-I-row-29-col-20-value-0">
            <a:extLst xmlns:a="http://schemas.openxmlformats.org/drawingml/2006/main">
              <a:ext uri="{FF2B5EF4-FFF2-40B4-BE49-F238E27FC236}">
                <a16:creationId xmlns:a16="http://schemas.microsoft.com/office/drawing/2014/main" id="{7EE32C06-273E-4FC1-8193-690BAD59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4065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8" name="A-I-row-29-col-21-value-0">
            <a:extLst xmlns:a="http://schemas.openxmlformats.org/drawingml/2006/main">
              <a:ext uri="{FF2B5EF4-FFF2-40B4-BE49-F238E27FC236}">
                <a16:creationId xmlns:a16="http://schemas.microsoft.com/office/drawing/2014/main" id="{9742AD01-F619-45A6-BBA5-6B9789E6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64065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9" name="A-I-row-29-col-22-value-0">
            <a:extLst xmlns:a="http://schemas.openxmlformats.org/drawingml/2006/main">
              <a:ext uri="{FF2B5EF4-FFF2-40B4-BE49-F238E27FC236}">
                <a16:creationId xmlns:a16="http://schemas.microsoft.com/office/drawing/2014/main" id="{4EE8BC91-1757-4D69-9838-84637A83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170" y="64065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0" name="A-I-row-29-col-23-value-0">
            <a:extLst xmlns:a="http://schemas.openxmlformats.org/drawingml/2006/main">
              <a:ext uri="{FF2B5EF4-FFF2-40B4-BE49-F238E27FC236}">
                <a16:creationId xmlns:a16="http://schemas.microsoft.com/office/drawing/2014/main" id="{5DF164EA-0583-4AE9-92A6-24B3CE0D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64065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1" name="A-I-row-29-col-24-value-0">
            <a:extLst xmlns:a="http://schemas.openxmlformats.org/drawingml/2006/main">
              <a:ext uri="{FF2B5EF4-FFF2-40B4-BE49-F238E27FC236}">
                <a16:creationId xmlns:a16="http://schemas.microsoft.com/office/drawing/2014/main" id="{65F9C597-17F3-4655-8574-D5247E99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990" y="64065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2" name="A-I-row-29-col-25-value-0">
            <a:extLst xmlns:a="http://schemas.openxmlformats.org/drawingml/2006/main">
              <a:ext uri="{FF2B5EF4-FFF2-40B4-BE49-F238E27FC236}">
                <a16:creationId xmlns:a16="http://schemas.microsoft.com/office/drawing/2014/main" id="{30CCE795-3F0E-45D6-BD6C-094E8E32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4065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3" name="A-I-row-29-col-26-value-0">
            <a:extLst xmlns:a="http://schemas.openxmlformats.org/drawingml/2006/main">
              <a:ext uri="{FF2B5EF4-FFF2-40B4-BE49-F238E27FC236}">
                <a16:creationId xmlns:a16="http://schemas.microsoft.com/office/drawing/2014/main" id="{9C40866D-520F-4139-B9E9-58881467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64065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4" name="A-I-row-29-col-27-value-0">
            <a:extLst xmlns:a="http://schemas.openxmlformats.org/drawingml/2006/main">
              <a:ext uri="{FF2B5EF4-FFF2-40B4-BE49-F238E27FC236}">
                <a16:creationId xmlns:a16="http://schemas.microsoft.com/office/drawing/2014/main" id="{A0AB947D-19AD-453F-AAF2-59D43284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64065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5" name="A-I-row-29-col-28-value-0.6202025761665961">
            <a:extLst xmlns:a="http://schemas.openxmlformats.org/drawingml/2006/main">
              <a:ext uri="{FF2B5EF4-FFF2-40B4-BE49-F238E27FC236}">
                <a16:creationId xmlns:a16="http://schemas.microsoft.com/office/drawing/2014/main" id="{7FE1B047-42DB-472A-964E-9CF187D5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64065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9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6" name="A-I-row-29-col-29-value-0">
            <a:extLst xmlns:a="http://schemas.openxmlformats.org/drawingml/2006/main">
              <a:ext uri="{FF2B5EF4-FFF2-40B4-BE49-F238E27FC236}">
                <a16:creationId xmlns:a16="http://schemas.microsoft.com/office/drawing/2014/main" id="{25199017-E867-4AB9-BB1B-2B67EFB8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64065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7" name="A-I-row-29-col-30-value-0">
            <a:extLst xmlns:a="http://schemas.openxmlformats.org/drawingml/2006/main">
              <a:ext uri="{FF2B5EF4-FFF2-40B4-BE49-F238E27FC236}">
                <a16:creationId xmlns:a16="http://schemas.microsoft.com/office/drawing/2014/main" id="{9E263E18-D341-4D1C-88D8-8DA7E98A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4065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8" name="A-I-row-29-col-31-value-0">
            <a:extLst xmlns:a="http://schemas.openxmlformats.org/drawingml/2006/main">
              <a:ext uri="{FF2B5EF4-FFF2-40B4-BE49-F238E27FC236}">
                <a16:creationId xmlns:a16="http://schemas.microsoft.com/office/drawing/2014/main" id="{965FB984-ED58-43E1-8A7D-07E67575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64065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9" name="A-I-row-29-col-32-value-0">
            <a:extLst xmlns:a="http://schemas.openxmlformats.org/drawingml/2006/main">
              <a:ext uri="{FF2B5EF4-FFF2-40B4-BE49-F238E27FC236}">
                <a16:creationId xmlns:a16="http://schemas.microsoft.com/office/drawing/2014/main" id="{0109A038-4E68-4BAA-909A-56DEA210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64065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0" name="A-I-row-29-col-33-value-0">
            <a:extLst xmlns:a="http://schemas.openxmlformats.org/drawingml/2006/main">
              <a:ext uri="{FF2B5EF4-FFF2-40B4-BE49-F238E27FC236}">
                <a16:creationId xmlns:a16="http://schemas.microsoft.com/office/drawing/2014/main" id="{FDD513C2-D4F6-4C56-AAB6-E360FF79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64065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1" name="A-I-row-29-col-34-value-0">
            <a:extLst xmlns:a="http://schemas.openxmlformats.org/drawingml/2006/main">
              <a:ext uri="{FF2B5EF4-FFF2-40B4-BE49-F238E27FC236}">
                <a16:creationId xmlns:a16="http://schemas.microsoft.com/office/drawing/2014/main" id="{224FB58A-1711-48C0-A0A6-8308FC06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64065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2" name="A-I-row-29-col-35-value-0">
            <a:extLst xmlns:a="http://schemas.openxmlformats.org/drawingml/2006/main">
              <a:ext uri="{FF2B5EF4-FFF2-40B4-BE49-F238E27FC236}">
                <a16:creationId xmlns:a16="http://schemas.microsoft.com/office/drawing/2014/main" id="{85B1A8AF-4EC0-414A-B084-3D974709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0651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3" name="A-I-row-30-col-0-value-0">
            <a:extLst xmlns:a="http://schemas.openxmlformats.org/drawingml/2006/main">
              <a:ext uri="{FF2B5EF4-FFF2-40B4-BE49-F238E27FC236}">
                <a16:creationId xmlns:a16="http://schemas.microsoft.com/office/drawing/2014/main" id="{654097A0-C6B1-437D-B4F6-4658CF8F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4484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4" name="A-I-row-30-col-1-value-0">
            <a:extLst xmlns:a="http://schemas.openxmlformats.org/drawingml/2006/main">
              <a:ext uri="{FF2B5EF4-FFF2-40B4-BE49-F238E27FC236}">
                <a16:creationId xmlns:a16="http://schemas.microsoft.com/office/drawing/2014/main" id="{CB51EB7D-23B7-4420-9E54-CBC90921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64484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5" name="A-I-row-30-col-2-value-0">
            <a:extLst xmlns:a="http://schemas.openxmlformats.org/drawingml/2006/main">
              <a:ext uri="{FF2B5EF4-FFF2-40B4-BE49-F238E27FC236}">
                <a16:creationId xmlns:a16="http://schemas.microsoft.com/office/drawing/2014/main" id="{6ECCFC57-6D55-4365-AD8A-BD87F4B3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970" y="64484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6" name="A-I-row-30-col-3-value-0">
            <a:extLst xmlns:a="http://schemas.openxmlformats.org/drawingml/2006/main">
              <a:ext uri="{FF2B5EF4-FFF2-40B4-BE49-F238E27FC236}">
                <a16:creationId xmlns:a16="http://schemas.microsoft.com/office/drawing/2014/main" id="{4E271C43-0268-45BB-8BA8-89C5611D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64484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7" name="A-I-row-30-col-4-value-0">
            <a:extLst xmlns:a="http://schemas.openxmlformats.org/drawingml/2006/main">
              <a:ext uri="{FF2B5EF4-FFF2-40B4-BE49-F238E27FC236}">
                <a16:creationId xmlns:a16="http://schemas.microsoft.com/office/drawing/2014/main" id="{91DDABFE-C0FC-4165-BC3C-43E74632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90" y="64484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8" name="A-I-row-30-col-5-value-0.5133908583382347">
            <a:extLst xmlns:a="http://schemas.openxmlformats.org/drawingml/2006/main">
              <a:ext uri="{FF2B5EF4-FFF2-40B4-BE49-F238E27FC236}">
                <a16:creationId xmlns:a16="http://schemas.microsoft.com/office/drawing/2014/main" id="{DC5AF8C7-9B59-4CD6-9182-028A9CD0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4484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A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9" name="A-I-row-30-col-6-value-0">
            <a:extLst xmlns:a="http://schemas.openxmlformats.org/drawingml/2006/main">
              <a:ext uri="{FF2B5EF4-FFF2-40B4-BE49-F238E27FC236}">
                <a16:creationId xmlns:a16="http://schemas.microsoft.com/office/drawing/2014/main" id="{8CEA2EAC-3DAB-4942-A934-39EA53E6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10" y="64484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0" name="A-I-row-30-col-7-value-0">
            <a:extLst xmlns:a="http://schemas.openxmlformats.org/drawingml/2006/main">
              <a:ext uri="{FF2B5EF4-FFF2-40B4-BE49-F238E27FC236}">
                <a16:creationId xmlns:a16="http://schemas.microsoft.com/office/drawing/2014/main" id="{CCDCC0B0-4DB5-4F10-892C-C970D192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64484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1" name="A-I-row-30-col-8-value-0">
            <a:extLst xmlns:a="http://schemas.openxmlformats.org/drawingml/2006/main">
              <a:ext uri="{FF2B5EF4-FFF2-40B4-BE49-F238E27FC236}">
                <a16:creationId xmlns:a16="http://schemas.microsoft.com/office/drawing/2014/main" id="{5127E85E-DABA-4D3C-AD06-261E1656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30" y="64484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2" name="A-I-row-30-col-9-value-0">
            <a:extLst xmlns:a="http://schemas.openxmlformats.org/drawingml/2006/main">
              <a:ext uri="{FF2B5EF4-FFF2-40B4-BE49-F238E27FC236}">
                <a16:creationId xmlns:a16="http://schemas.microsoft.com/office/drawing/2014/main" id="{C85E8CA2-ACED-4C03-855E-B0D13014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40" y="64484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3" name="A-I-row-30-col-10-value-0">
            <a:extLst xmlns:a="http://schemas.openxmlformats.org/drawingml/2006/main">
              <a:ext uri="{FF2B5EF4-FFF2-40B4-BE49-F238E27FC236}">
                <a16:creationId xmlns:a16="http://schemas.microsoft.com/office/drawing/2014/main" id="{57D1E1FE-21A5-4EAB-845C-F0EDF54C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484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4" name="A-I-row-30-col-11-value-0">
            <a:extLst xmlns:a="http://schemas.openxmlformats.org/drawingml/2006/main">
              <a:ext uri="{FF2B5EF4-FFF2-40B4-BE49-F238E27FC236}">
                <a16:creationId xmlns:a16="http://schemas.microsoft.com/office/drawing/2014/main" id="{13BE2727-C234-4FE1-9DBD-A7903269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64484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5" name="A-I-row-30-col-12-value-0">
            <a:extLst xmlns:a="http://schemas.openxmlformats.org/drawingml/2006/main">
              <a:ext uri="{FF2B5EF4-FFF2-40B4-BE49-F238E27FC236}">
                <a16:creationId xmlns:a16="http://schemas.microsoft.com/office/drawing/2014/main" id="{89277B12-44C1-4890-BD0B-1F904B8B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70" y="64484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6" name="A-I-row-30-col-13-value-0">
            <a:extLst xmlns:a="http://schemas.openxmlformats.org/drawingml/2006/main">
              <a:ext uri="{FF2B5EF4-FFF2-40B4-BE49-F238E27FC236}">
                <a16:creationId xmlns:a16="http://schemas.microsoft.com/office/drawing/2014/main" id="{77077B9A-68E6-45D6-AC52-B5137823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64484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7" name="A-I-row-30-col-14-value-0">
            <a:extLst xmlns:a="http://schemas.openxmlformats.org/drawingml/2006/main">
              <a:ext uri="{FF2B5EF4-FFF2-40B4-BE49-F238E27FC236}">
                <a16:creationId xmlns:a16="http://schemas.microsoft.com/office/drawing/2014/main" id="{F04BA95D-2D73-4E9B-9F22-3FF47A88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64484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8" name="A-I-row-30-col-15-value-0">
            <a:extLst xmlns:a="http://schemas.openxmlformats.org/drawingml/2006/main">
              <a:ext uri="{FF2B5EF4-FFF2-40B4-BE49-F238E27FC236}">
                <a16:creationId xmlns:a16="http://schemas.microsoft.com/office/drawing/2014/main" id="{D314E9CF-0081-41C1-9249-E4CE4D3E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4484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9" name="A-I-row-30-col-16-value-0">
            <a:extLst xmlns:a="http://schemas.openxmlformats.org/drawingml/2006/main">
              <a:ext uri="{FF2B5EF4-FFF2-40B4-BE49-F238E27FC236}">
                <a16:creationId xmlns:a16="http://schemas.microsoft.com/office/drawing/2014/main" id="{9D6B1013-1C63-490A-A2E0-BC11BFC4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64484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0" name="A-I-row-30-col-17-value-0">
            <a:extLst xmlns:a="http://schemas.openxmlformats.org/drawingml/2006/main">
              <a:ext uri="{FF2B5EF4-FFF2-40B4-BE49-F238E27FC236}">
                <a16:creationId xmlns:a16="http://schemas.microsoft.com/office/drawing/2014/main" id="{42839E24-51EA-4507-9108-BEEAD562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64484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1" name="A-I-row-30-col-18-value-0">
            <a:extLst xmlns:a="http://schemas.openxmlformats.org/drawingml/2006/main">
              <a:ext uri="{FF2B5EF4-FFF2-40B4-BE49-F238E27FC236}">
                <a16:creationId xmlns:a16="http://schemas.microsoft.com/office/drawing/2014/main" id="{3B187A49-7E21-4126-B3C4-0CC26F8B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64484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2" name="A-I-row-30-col-19-value-0">
            <a:extLst xmlns:a="http://schemas.openxmlformats.org/drawingml/2006/main">
              <a:ext uri="{FF2B5EF4-FFF2-40B4-BE49-F238E27FC236}">
                <a16:creationId xmlns:a16="http://schemas.microsoft.com/office/drawing/2014/main" id="{4E788470-6BCA-4EAA-A638-C18D87FC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64484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3" name="A-I-row-30-col-20-value-0">
            <a:extLst xmlns:a="http://schemas.openxmlformats.org/drawingml/2006/main">
              <a:ext uri="{FF2B5EF4-FFF2-40B4-BE49-F238E27FC236}">
                <a16:creationId xmlns:a16="http://schemas.microsoft.com/office/drawing/2014/main" id="{CF40F8C5-7C29-444B-8A50-F92010F3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4484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4" name="A-I-row-30-col-21-value-0">
            <a:extLst xmlns:a="http://schemas.openxmlformats.org/drawingml/2006/main">
              <a:ext uri="{FF2B5EF4-FFF2-40B4-BE49-F238E27FC236}">
                <a16:creationId xmlns:a16="http://schemas.microsoft.com/office/drawing/2014/main" id="{CB19C207-B1A1-46E2-876D-1E555A39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64484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5" name="A-I-row-30-col-22-value-0">
            <a:extLst xmlns:a="http://schemas.openxmlformats.org/drawingml/2006/main">
              <a:ext uri="{FF2B5EF4-FFF2-40B4-BE49-F238E27FC236}">
                <a16:creationId xmlns:a16="http://schemas.microsoft.com/office/drawing/2014/main" id="{B9796DC9-B08C-4A89-9526-8CF20C6C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170" y="64484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6" name="A-I-row-30-col-23-value-0">
            <a:extLst xmlns:a="http://schemas.openxmlformats.org/drawingml/2006/main">
              <a:ext uri="{FF2B5EF4-FFF2-40B4-BE49-F238E27FC236}">
                <a16:creationId xmlns:a16="http://schemas.microsoft.com/office/drawing/2014/main" id="{669FAC0A-A6E4-4495-B6FA-974DF5BF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64484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7" name="A-I-row-30-col-24-value-0">
            <a:extLst xmlns:a="http://schemas.openxmlformats.org/drawingml/2006/main">
              <a:ext uri="{FF2B5EF4-FFF2-40B4-BE49-F238E27FC236}">
                <a16:creationId xmlns:a16="http://schemas.microsoft.com/office/drawing/2014/main" id="{AAC2D2D3-8065-4072-AEBA-56504721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990" y="64484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8" name="A-I-row-30-col-25-value-0">
            <a:extLst xmlns:a="http://schemas.openxmlformats.org/drawingml/2006/main">
              <a:ext uri="{FF2B5EF4-FFF2-40B4-BE49-F238E27FC236}">
                <a16:creationId xmlns:a16="http://schemas.microsoft.com/office/drawing/2014/main" id="{BCFA425E-AC2A-499F-8E89-14CAF77A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4484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9" name="A-I-row-30-col-26-value-0">
            <a:extLst xmlns:a="http://schemas.openxmlformats.org/drawingml/2006/main">
              <a:ext uri="{FF2B5EF4-FFF2-40B4-BE49-F238E27FC236}">
                <a16:creationId xmlns:a16="http://schemas.microsoft.com/office/drawing/2014/main" id="{914D592F-11EA-48CA-A4E8-7E95E210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64484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0" name="A-I-row-30-col-27-value-0.5294887580823351">
            <a:extLst xmlns:a="http://schemas.openxmlformats.org/drawingml/2006/main">
              <a:ext uri="{FF2B5EF4-FFF2-40B4-BE49-F238E27FC236}">
                <a16:creationId xmlns:a16="http://schemas.microsoft.com/office/drawing/2014/main" id="{74F6E905-2E5C-4D11-AE91-3560B45F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64484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A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1" name="A-I-row-30-col-28-value-0">
            <a:extLst xmlns:a="http://schemas.openxmlformats.org/drawingml/2006/main">
              <a:ext uri="{FF2B5EF4-FFF2-40B4-BE49-F238E27FC236}">
                <a16:creationId xmlns:a16="http://schemas.microsoft.com/office/drawing/2014/main" id="{588BF254-695D-45DB-B6A1-83167FE6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64484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2" name="A-I-row-30-col-29-value-0">
            <a:extLst xmlns:a="http://schemas.openxmlformats.org/drawingml/2006/main">
              <a:ext uri="{FF2B5EF4-FFF2-40B4-BE49-F238E27FC236}">
                <a16:creationId xmlns:a16="http://schemas.microsoft.com/office/drawing/2014/main" id="{496DCA0D-7640-421B-915C-9C0352D8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64484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3" name="A-I-row-30-col-30-value-0">
            <a:extLst xmlns:a="http://schemas.openxmlformats.org/drawingml/2006/main">
              <a:ext uri="{FF2B5EF4-FFF2-40B4-BE49-F238E27FC236}">
                <a16:creationId xmlns:a16="http://schemas.microsoft.com/office/drawing/2014/main" id="{821482D4-AE8D-404E-B7E8-EE7C1EFB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4484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4" name="A-I-row-30-col-31-value-0.8951840129307376">
            <a:extLst xmlns:a="http://schemas.openxmlformats.org/drawingml/2006/main">
              <a:ext uri="{FF2B5EF4-FFF2-40B4-BE49-F238E27FC236}">
                <a16:creationId xmlns:a16="http://schemas.microsoft.com/office/drawing/2014/main" id="{54D44DC0-71A5-43C0-BB27-EE29FD30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64484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4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5" name="A-I-row-30-col-32-value-0.6123150564928412">
            <a:extLst xmlns:a="http://schemas.openxmlformats.org/drawingml/2006/main">
              <a:ext uri="{FF2B5EF4-FFF2-40B4-BE49-F238E27FC236}">
                <a16:creationId xmlns:a16="http://schemas.microsoft.com/office/drawing/2014/main" id="{4B9932AF-90DA-49FD-B008-1DA31016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64484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9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6" name="A-I-row-30-col-33-value-0">
            <a:extLst xmlns:a="http://schemas.openxmlformats.org/drawingml/2006/main">
              <a:ext uri="{FF2B5EF4-FFF2-40B4-BE49-F238E27FC236}">
                <a16:creationId xmlns:a16="http://schemas.microsoft.com/office/drawing/2014/main" id="{E67878EF-E5E7-456C-912D-3663F538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64484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7" name="A-I-row-30-col-34-value-0">
            <a:extLst xmlns:a="http://schemas.openxmlformats.org/drawingml/2006/main">
              <a:ext uri="{FF2B5EF4-FFF2-40B4-BE49-F238E27FC236}">
                <a16:creationId xmlns:a16="http://schemas.microsoft.com/office/drawing/2014/main" id="{15A06F34-8314-4A5E-816E-D12B307A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64484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8" name="A-I-row-30-col-35-value-0">
            <a:extLst xmlns:a="http://schemas.openxmlformats.org/drawingml/2006/main">
              <a:ext uri="{FF2B5EF4-FFF2-40B4-BE49-F238E27FC236}">
                <a16:creationId xmlns:a16="http://schemas.microsoft.com/office/drawing/2014/main" id="{4D0AE7BA-CA02-4789-B92D-546A64D8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4842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9" name="A-I-row-31-col-0-value-0">
            <a:extLst xmlns:a="http://schemas.openxmlformats.org/drawingml/2006/main">
              <a:ext uri="{FF2B5EF4-FFF2-40B4-BE49-F238E27FC236}">
                <a16:creationId xmlns:a16="http://schemas.microsoft.com/office/drawing/2014/main" id="{950C495A-F35D-4E86-8993-AF5BFD9E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4903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0" name="A-I-row-31-col-1-value-0">
            <a:extLst xmlns:a="http://schemas.openxmlformats.org/drawingml/2006/main">
              <a:ext uri="{FF2B5EF4-FFF2-40B4-BE49-F238E27FC236}">
                <a16:creationId xmlns:a16="http://schemas.microsoft.com/office/drawing/2014/main" id="{B6DF608B-2254-42CD-8990-89611085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64903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1" name="A-I-row-31-col-2-value-0">
            <a:extLst xmlns:a="http://schemas.openxmlformats.org/drawingml/2006/main">
              <a:ext uri="{FF2B5EF4-FFF2-40B4-BE49-F238E27FC236}">
                <a16:creationId xmlns:a16="http://schemas.microsoft.com/office/drawing/2014/main" id="{2E1D6CD7-7928-4958-A51F-5A0FDF9A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970" y="64903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2" name="A-I-row-31-col-3-value-0">
            <a:extLst xmlns:a="http://schemas.openxmlformats.org/drawingml/2006/main">
              <a:ext uri="{FF2B5EF4-FFF2-40B4-BE49-F238E27FC236}">
                <a16:creationId xmlns:a16="http://schemas.microsoft.com/office/drawing/2014/main" id="{D7798FE5-2939-41A6-8CB3-5B66B8FC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64903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3" name="A-I-row-31-col-4-value-0">
            <a:extLst xmlns:a="http://schemas.openxmlformats.org/drawingml/2006/main">
              <a:ext uri="{FF2B5EF4-FFF2-40B4-BE49-F238E27FC236}">
                <a16:creationId xmlns:a16="http://schemas.microsoft.com/office/drawing/2014/main" id="{6AFC9254-26FC-47BD-8ED9-B520607F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90" y="64903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4" name="A-I-row-31-col-5-value-0">
            <a:extLst xmlns:a="http://schemas.openxmlformats.org/drawingml/2006/main">
              <a:ext uri="{FF2B5EF4-FFF2-40B4-BE49-F238E27FC236}">
                <a16:creationId xmlns:a16="http://schemas.microsoft.com/office/drawing/2014/main" id="{AAFBF087-3A32-4464-BFB8-815A7F37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4903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5" name="A-I-row-31-col-6-value-0">
            <a:extLst xmlns:a="http://schemas.openxmlformats.org/drawingml/2006/main">
              <a:ext uri="{FF2B5EF4-FFF2-40B4-BE49-F238E27FC236}">
                <a16:creationId xmlns:a16="http://schemas.microsoft.com/office/drawing/2014/main" id="{69392AA9-4658-4B54-AB27-F1BF34F2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10" y="64903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6" name="A-I-row-31-col-7-value-0">
            <a:extLst xmlns:a="http://schemas.openxmlformats.org/drawingml/2006/main">
              <a:ext uri="{FF2B5EF4-FFF2-40B4-BE49-F238E27FC236}">
                <a16:creationId xmlns:a16="http://schemas.microsoft.com/office/drawing/2014/main" id="{DF933153-71E4-4C3D-B32F-37179310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64903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7" name="A-I-row-31-col-8-value-0">
            <a:extLst xmlns:a="http://schemas.openxmlformats.org/drawingml/2006/main">
              <a:ext uri="{FF2B5EF4-FFF2-40B4-BE49-F238E27FC236}">
                <a16:creationId xmlns:a16="http://schemas.microsoft.com/office/drawing/2014/main" id="{809ACA18-9570-40F8-BDBD-5EBC10DB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30" y="64903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8" name="A-I-row-31-col-9-value-0">
            <a:extLst xmlns:a="http://schemas.openxmlformats.org/drawingml/2006/main">
              <a:ext uri="{FF2B5EF4-FFF2-40B4-BE49-F238E27FC236}">
                <a16:creationId xmlns:a16="http://schemas.microsoft.com/office/drawing/2014/main" id="{0192D7A5-2ECC-43E0-B4AC-D6E5E569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40" y="64903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9" name="A-I-row-31-col-10-value-0">
            <a:extLst xmlns:a="http://schemas.openxmlformats.org/drawingml/2006/main">
              <a:ext uri="{FF2B5EF4-FFF2-40B4-BE49-F238E27FC236}">
                <a16:creationId xmlns:a16="http://schemas.microsoft.com/office/drawing/2014/main" id="{04DBA408-E7DD-4DB3-8175-68EBC792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903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0" name="A-I-row-31-col-11-value-0">
            <a:extLst xmlns:a="http://schemas.openxmlformats.org/drawingml/2006/main">
              <a:ext uri="{FF2B5EF4-FFF2-40B4-BE49-F238E27FC236}">
                <a16:creationId xmlns:a16="http://schemas.microsoft.com/office/drawing/2014/main" id="{820BC548-3CBF-4173-BE8B-77DDCAF8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64903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1" name="A-I-row-31-col-12-value-0">
            <a:extLst xmlns:a="http://schemas.openxmlformats.org/drawingml/2006/main">
              <a:ext uri="{FF2B5EF4-FFF2-40B4-BE49-F238E27FC236}">
                <a16:creationId xmlns:a16="http://schemas.microsoft.com/office/drawing/2014/main" id="{18F952D4-7908-4CB7-94D4-29B42D0D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70" y="64903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2" name="A-I-row-31-col-13-value-0">
            <a:extLst xmlns:a="http://schemas.openxmlformats.org/drawingml/2006/main">
              <a:ext uri="{FF2B5EF4-FFF2-40B4-BE49-F238E27FC236}">
                <a16:creationId xmlns:a16="http://schemas.microsoft.com/office/drawing/2014/main" id="{D5B2F97B-A3AE-4B98-92B7-D24CE7EA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64903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3" name="A-I-row-31-col-14-value-0">
            <a:extLst xmlns:a="http://schemas.openxmlformats.org/drawingml/2006/main">
              <a:ext uri="{FF2B5EF4-FFF2-40B4-BE49-F238E27FC236}">
                <a16:creationId xmlns:a16="http://schemas.microsoft.com/office/drawing/2014/main" id="{D94BC265-FB74-4217-A55B-CA27A3C9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64903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4" name="A-I-row-31-col-15-value-0">
            <a:extLst xmlns:a="http://schemas.openxmlformats.org/drawingml/2006/main">
              <a:ext uri="{FF2B5EF4-FFF2-40B4-BE49-F238E27FC236}">
                <a16:creationId xmlns:a16="http://schemas.microsoft.com/office/drawing/2014/main" id="{874A949F-746C-470F-B7BF-B56272CC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4903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5" name="A-I-row-31-col-16-value-0">
            <a:extLst xmlns:a="http://schemas.openxmlformats.org/drawingml/2006/main">
              <a:ext uri="{FF2B5EF4-FFF2-40B4-BE49-F238E27FC236}">
                <a16:creationId xmlns:a16="http://schemas.microsoft.com/office/drawing/2014/main" id="{F123AAEE-E499-4FAD-BD9F-F5EC5E47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64903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6" name="A-I-row-31-col-17-value-0">
            <a:extLst xmlns:a="http://schemas.openxmlformats.org/drawingml/2006/main">
              <a:ext uri="{FF2B5EF4-FFF2-40B4-BE49-F238E27FC236}">
                <a16:creationId xmlns:a16="http://schemas.microsoft.com/office/drawing/2014/main" id="{1BB0D93B-5CE7-409A-9113-F748097D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64903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7" name="A-I-row-31-col-18-value-0">
            <a:extLst xmlns:a="http://schemas.openxmlformats.org/drawingml/2006/main">
              <a:ext uri="{FF2B5EF4-FFF2-40B4-BE49-F238E27FC236}">
                <a16:creationId xmlns:a16="http://schemas.microsoft.com/office/drawing/2014/main" id="{55B465FF-B587-4A8A-96C0-B8D1AF05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64903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8" name="A-I-row-31-col-19-value-0">
            <a:extLst xmlns:a="http://schemas.openxmlformats.org/drawingml/2006/main">
              <a:ext uri="{FF2B5EF4-FFF2-40B4-BE49-F238E27FC236}">
                <a16:creationId xmlns:a16="http://schemas.microsoft.com/office/drawing/2014/main" id="{AFE0C8F5-F0F7-46CF-A0E7-D0961514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64903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9" name="A-I-row-31-col-20-value-0">
            <a:extLst xmlns:a="http://schemas.openxmlformats.org/drawingml/2006/main">
              <a:ext uri="{FF2B5EF4-FFF2-40B4-BE49-F238E27FC236}">
                <a16:creationId xmlns:a16="http://schemas.microsoft.com/office/drawing/2014/main" id="{C7EE50D3-0D1B-4AB7-B4E9-EEE56802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4903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0" name="A-I-row-31-col-21-value-0">
            <a:extLst xmlns:a="http://schemas.openxmlformats.org/drawingml/2006/main">
              <a:ext uri="{FF2B5EF4-FFF2-40B4-BE49-F238E27FC236}">
                <a16:creationId xmlns:a16="http://schemas.microsoft.com/office/drawing/2014/main" id="{84F0F744-057E-4698-8A31-FF217EFA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64903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1" name="A-I-row-31-col-22-value-0">
            <a:extLst xmlns:a="http://schemas.openxmlformats.org/drawingml/2006/main">
              <a:ext uri="{FF2B5EF4-FFF2-40B4-BE49-F238E27FC236}">
                <a16:creationId xmlns:a16="http://schemas.microsoft.com/office/drawing/2014/main" id="{281EA211-16BF-4A78-9E03-672A18B2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170" y="64903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2" name="A-I-row-31-col-23-value-0">
            <a:extLst xmlns:a="http://schemas.openxmlformats.org/drawingml/2006/main">
              <a:ext uri="{FF2B5EF4-FFF2-40B4-BE49-F238E27FC236}">
                <a16:creationId xmlns:a16="http://schemas.microsoft.com/office/drawing/2014/main" id="{1CF1C5EC-90F7-49B7-ACB6-D58EEA34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64903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3" name="A-I-row-31-col-24-value-0">
            <a:extLst xmlns:a="http://schemas.openxmlformats.org/drawingml/2006/main">
              <a:ext uri="{FF2B5EF4-FFF2-40B4-BE49-F238E27FC236}">
                <a16:creationId xmlns:a16="http://schemas.microsoft.com/office/drawing/2014/main" id="{BDF888B9-8A79-4956-90CD-B5748A5D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990" y="64903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4" name="A-I-row-31-col-25-value-0">
            <a:extLst xmlns:a="http://schemas.openxmlformats.org/drawingml/2006/main">
              <a:ext uri="{FF2B5EF4-FFF2-40B4-BE49-F238E27FC236}">
                <a16:creationId xmlns:a16="http://schemas.microsoft.com/office/drawing/2014/main" id="{C8BC6B03-EEB8-40E8-8184-CFD996D5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4903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5" name="A-I-row-31-col-26-value-0">
            <a:extLst xmlns:a="http://schemas.openxmlformats.org/drawingml/2006/main">
              <a:ext uri="{FF2B5EF4-FFF2-40B4-BE49-F238E27FC236}">
                <a16:creationId xmlns:a16="http://schemas.microsoft.com/office/drawing/2014/main" id="{202F80EB-FB73-447A-925B-042E7CEE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64903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6" name="A-I-row-31-col-27-value-0">
            <a:extLst xmlns:a="http://schemas.openxmlformats.org/drawingml/2006/main">
              <a:ext uri="{FF2B5EF4-FFF2-40B4-BE49-F238E27FC236}">
                <a16:creationId xmlns:a16="http://schemas.microsoft.com/office/drawing/2014/main" id="{D24138F5-791E-4A72-9C13-D0F79365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64903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7" name="A-I-row-31-col-28-value-0">
            <a:extLst xmlns:a="http://schemas.openxmlformats.org/drawingml/2006/main">
              <a:ext uri="{FF2B5EF4-FFF2-40B4-BE49-F238E27FC236}">
                <a16:creationId xmlns:a16="http://schemas.microsoft.com/office/drawing/2014/main" id="{4A69EA41-2540-44E1-AC02-240F5075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64903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8" name="A-I-row-31-col-29-value-0">
            <a:extLst xmlns:a="http://schemas.openxmlformats.org/drawingml/2006/main">
              <a:ext uri="{FF2B5EF4-FFF2-40B4-BE49-F238E27FC236}">
                <a16:creationId xmlns:a16="http://schemas.microsoft.com/office/drawing/2014/main" id="{C5E6A05E-6C39-434C-91C6-33D4C50D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64903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9" name="A-I-row-31-col-30-value-0.8951840129307376">
            <a:extLst xmlns:a="http://schemas.openxmlformats.org/drawingml/2006/main">
              <a:ext uri="{FF2B5EF4-FFF2-40B4-BE49-F238E27FC236}">
                <a16:creationId xmlns:a16="http://schemas.microsoft.com/office/drawing/2014/main" id="{E2C0E6F0-DFEC-439A-A786-C954109D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4903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4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0" name="A-I-row-31-col-31-value-0">
            <a:extLst xmlns:a="http://schemas.openxmlformats.org/drawingml/2006/main">
              <a:ext uri="{FF2B5EF4-FFF2-40B4-BE49-F238E27FC236}">
                <a16:creationId xmlns:a16="http://schemas.microsoft.com/office/drawing/2014/main" id="{BE350831-0AC6-4922-8218-4251B8BD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64903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1" name="A-I-row-31-col-32-value-0.742859102385166">
            <a:extLst xmlns:a="http://schemas.openxmlformats.org/drawingml/2006/main">
              <a:ext uri="{FF2B5EF4-FFF2-40B4-BE49-F238E27FC236}">
                <a16:creationId xmlns:a16="http://schemas.microsoft.com/office/drawing/2014/main" id="{29BC1B1F-6E83-46AE-B69F-91AF02E5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64903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2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2" name="A-I-row-31-col-33-value-0">
            <a:extLst xmlns:a="http://schemas.openxmlformats.org/drawingml/2006/main">
              <a:ext uri="{FF2B5EF4-FFF2-40B4-BE49-F238E27FC236}">
                <a16:creationId xmlns:a16="http://schemas.microsoft.com/office/drawing/2014/main" id="{D3B58563-0356-43D1-AD84-F7F3E472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64903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3" name="A-I-row-31-col-34-value-0">
            <a:extLst xmlns:a="http://schemas.openxmlformats.org/drawingml/2006/main">
              <a:ext uri="{FF2B5EF4-FFF2-40B4-BE49-F238E27FC236}">
                <a16:creationId xmlns:a16="http://schemas.microsoft.com/office/drawing/2014/main" id="{E811B1AC-D972-481A-9774-C5401252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64903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4" name="A-I-row-31-col-35-value-0">
            <a:extLst xmlns:a="http://schemas.openxmlformats.org/drawingml/2006/main">
              <a:ext uri="{FF2B5EF4-FFF2-40B4-BE49-F238E27FC236}">
                <a16:creationId xmlns:a16="http://schemas.microsoft.com/office/drawing/2014/main" id="{2D18D69D-5FD9-4E18-8F9F-CCA8A693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9033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5" name="A-I-row-32-col-0-value-0">
            <a:extLst xmlns:a="http://schemas.openxmlformats.org/drawingml/2006/main">
              <a:ext uri="{FF2B5EF4-FFF2-40B4-BE49-F238E27FC236}">
                <a16:creationId xmlns:a16="http://schemas.microsoft.com/office/drawing/2014/main" id="{3CE5B425-9D87-4A11-95D4-AEF14DF1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5322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6" name="A-I-row-32-col-1-value-0">
            <a:extLst xmlns:a="http://schemas.openxmlformats.org/drawingml/2006/main">
              <a:ext uri="{FF2B5EF4-FFF2-40B4-BE49-F238E27FC236}">
                <a16:creationId xmlns:a16="http://schemas.microsoft.com/office/drawing/2014/main" id="{09593040-A523-4F1A-98E1-8A5B0043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65322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7" name="A-I-row-32-col-2-value-0">
            <a:extLst xmlns:a="http://schemas.openxmlformats.org/drawingml/2006/main">
              <a:ext uri="{FF2B5EF4-FFF2-40B4-BE49-F238E27FC236}">
                <a16:creationId xmlns:a16="http://schemas.microsoft.com/office/drawing/2014/main" id="{6A297D17-A693-42FE-A8F1-A9466DD3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970" y="65322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8" name="A-I-row-32-col-3-value-0">
            <a:extLst xmlns:a="http://schemas.openxmlformats.org/drawingml/2006/main">
              <a:ext uri="{FF2B5EF4-FFF2-40B4-BE49-F238E27FC236}">
                <a16:creationId xmlns:a16="http://schemas.microsoft.com/office/drawing/2014/main" id="{446F1E30-FAEC-46DB-B130-E2F9C8B0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65322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9" name="A-I-row-32-col-4-value-0">
            <a:extLst xmlns:a="http://schemas.openxmlformats.org/drawingml/2006/main">
              <a:ext uri="{FF2B5EF4-FFF2-40B4-BE49-F238E27FC236}">
                <a16:creationId xmlns:a16="http://schemas.microsoft.com/office/drawing/2014/main" id="{5BDD7DA9-0A2A-4939-83B6-1C384BBB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90" y="65322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0" name="A-I-row-32-col-5-value-0">
            <a:extLst xmlns:a="http://schemas.openxmlformats.org/drawingml/2006/main">
              <a:ext uri="{FF2B5EF4-FFF2-40B4-BE49-F238E27FC236}">
                <a16:creationId xmlns:a16="http://schemas.microsoft.com/office/drawing/2014/main" id="{3D6CA46D-7526-45A3-9A8F-038A39A9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5322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1" name="A-I-row-32-col-6-value-0">
            <a:extLst xmlns:a="http://schemas.openxmlformats.org/drawingml/2006/main">
              <a:ext uri="{FF2B5EF4-FFF2-40B4-BE49-F238E27FC236}">
                <a16:creationId xmlns:a16="http://schemas.microsoft.com/office/drawing/2014/main" id="{6FBEA377-8B30-4E03-8A0F-073CA07A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10" y="65322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2" name="A-I-row-32-col-7-value-0">
            <a:extLst xmlns:a="http://schemas.openxmlformats.org/drawingml/2006/main">
              <a:ext uri="{FF2B5EF4-FFF2-40B4-BE49-F238E27FC236}">
                <a16:creationId xmlns:a16="http://schemas.microsoft.com/office/drawing/2014/main" id="{057A32BE-3AD7-46F9-A3A5-F13383F1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65322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3" name="A-I-row-32-col-8-value-0">
            <a:extLst xmlns:a="http://schemas.openxmlformats.org/drawingml/2006/main">
              <a:ext uri="{FF2B5EF4-FFF2-40B4-BE49-F238E27FC236}">
                <a16:creationId xmlns:a16="http://schemas.microsoft.com/office/drawing/2014/main" id="{6CF983F1-3347-4173-AD8B-61E92BC8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30" y="65322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4" name="A-I-row-32-col-9-value-0">
            <a:extLst xmlns:a="http://schemas.openxmlformats.org/drawingml/2006/main">
              <a:ext uri="{FF2B5EF4-FFF2-40B4-BE49-F238E27FC236}">
                <a16:creationId xmlns:a16="http://schemas.microsoft.com/office/drawing/2014/main" id="{C9DC8D97-00FE-4E3D-9C37-DA686D19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40" y="65322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5" name="A-I-row-32-col-10-value-0">
            <a:extLst xmlns:a="http://schemas.openxmlformats.org/drawingml/2006/main">
              <a:ext uri="{FF2B5EF4-FFF2-40B4-BE49-F238E27FC236}">
                <a16:creationId xmlns:a16="http://schemas.microsoft.com/office/drawing/2014/main" id="{9B591384-6622-4EE2-8CEF-B2CE4487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322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6" name="A-I-row-32-col-11-value-0">
            <a:extLst xmlns:a="http://schemas.openxmlformats.org/drawingml/2006/main">
              <a:ext uri="{FF2B5EF4-FFF2-40B4-BE49-F238E27FC236}">
                <a16:creationId xmlns:a16="http://schemas.microsoft.com/office/drawing/2014/main" id="{CE04B37A-3094-4802-8ECF-E18A9A1A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65322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7" name="A-I-row-32-col-12-value-0">
            <a:extLst xmlns:a="http://schemas.openxmlformats.org/drawingml/2006/main">
              <a:ext uri="{FF2B5EF4-FFF2-40B4-BE49-F238E27FC236}">
                <a16:creationId xmlns:a16="http://schemas.microsoft.com/office/drawing/2014/main" id="{E683C723-F71B-4333-8389-2E6033E1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70" y="65322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8" name="A-I-row-32-col-13-value-0">
            <a:extLst xmlns:a="http://schemas.openxmlformats.org/drawingml/2006/main">
              <a:ext uri="{FF2B5EF4-FFF2-40B4-BE49-F238E27FC236}">
                <a16:creationId xmlns:a16="http://schemas.microsoft.com/office/drawing/2014/main" id="{8E66B4DE-1D3F-407D-8D78-C53CD136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65322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9" name="A-I-row-32-col-14-value-0">
            <a:extLst xmlns:a="http://schemas.openxmlformats.org/drawingml/2006/main">
              <a:ext uri="{FF2B5EF4-FFF2-40B4-BE49-F238E27FC236}">
                <a16:creationId xmlns:a16="http://schemas.microsoft.com/office/drawing/2014/main" id="{0C0220D2-DBA9-4937-BFFC-32419FB1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65322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0" name="A-I-row-32-col-15-value-0">
            <a:extLst xmlns:a="http://schemas.openxmlformats.org/drawingml/2006/main">
              <a:ext uri="{FF2B5EF4-FFF2-40B4-BE49-F238E27FC236}">
                <a16:creationId xmlns:a16="http://schemas.microsoft.com/office/drawing/2014/main" id="{0927F879-23D9-475B-BB56-F9E03659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5322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1" name="A-I-row-32-col-16-value-0">
            <a:extLst xmlns:a="http://schemas.openxmlformats.org/drawingml/2006/main">
              <a:ext uri="{FF2B5EF4-FFF2-40B4-BE49-F238E27FC236}">
                <a16:creationId xmlns:a16="http://schemas.microsoft.com/office/drawing/2014/main" id="{AD8E2D90-66CF-4548-8D41-256A8838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65322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2" name="A-I-row-32-col-17-value-0">
            <a:extLst xmlns:a="http://schemas.openxmlformats.org/drawingml/2006/main">
              <a:ext uri="{FF2B5EF4-FFF2-40B4-BE49-F238E27FC236}">
                <a16:creationId xmlns:a16="http://schemas.microsoft.com/office/drawing/2014/main" id="{BED954E9-9DEC-40E7-B206-4E93B150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65322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3" name="A-I-row-32-col-18-value-0">
            <a:extLst xmlns:a="http://schemas.openxmlformats.org/drawingml/2006/main">
              <a:ext uri="{FF2B5EF4-FFF2-40B4-BE49-F238E27FC236}">
                <a16:creationId xmlns:a16="http://schemas.microsoft.com/office/drawing/2014/main" id="{D8358870-2BC2-4166-821A-CD4E0F14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65322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4" name="A-I-row-32-col-19-value-0">
            <a:extLst xmlns:a="http://schemas.openxmlformats.org/drawingml/2006/main">
              <a:ext uri="{FF2B5EF4-FFF2-40B4-BE49-F238E27FC236}">
                <a16:creationId xmlns:a16="http://schemas.microsoft.com/office/drawing/2014/main" id="{80BBB7B7-D317-4B13-AB7B-BD9B5A68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65322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5" name="A-I-row-32-col-20-value-0">
            <a:extLst xmlns:a="http://schemas.openxmlformats.org/drawingml/2006/main">
              <a:ext uri="{FF2B5EF4-FFF2-40B4-BE49-F238E27FC236}">
                <a16:creationId xmlns:a16="http://schemas.microsoft.com/office/drawing/2014/main" id="{E6B40B8D-1381-4C73-8235-6FD5AC7B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5322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6" name="A-I-row-32-col-21-value-0">
            <a:extLst xmlns:a="http://schemas.openxmlformats.org/drawingml/2006/main">
              <a:ext uri="{FF2B5EF4-FFF2-40B4-BE49-F238E27FC236}">
                <a16:creationId xmlns:a16="http://schemas.microsoft.com/office/drawing/2014/main" id="{3BC7999C-53DA-41FD-A2FA-9CBDD9DF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65322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7" name="A-I-row-32-col-22-value-0">
            <a:extLst xmlns:a="http://schemas.openxmlformats.org/drawingml/2006/main">
              <a:ext uri="{FF2B5EF4-FFF2-40B4-BE49-F238E27FC236}">
                <a16:creationId xmlns:a16="http://schemas.microsoft.com/office/drawing/2014/main" id="{8D661047-6AF4-4B4D-BDDC-9A4C211F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170" y="65322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8" name="A-I-row-32-col-23-value-0">
            <a:extLst xmlns:a="http://schemas.openxmlformats.org/drawingml/2006/main">
              <a:ext uri="{FF2B5EF4-FFF2-40B4-BE49-F238E27FC236}">
                <a16:creationId xmlns:a16="http://schemas.microsoft.com/office/drawing/2014/main" id="{E68B08DF-AC11-4597-B6C0-38BF7CB3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65322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9" name="A-I-row-32-col-24-value-0">
            <a:extLst xmlns:a="http://schemas.openxmlformats.org/drawingml/2006/main">
              <a:ext uri="{FF2B5EF4-FFF2-40B4-BE49-F238E27FC236}">
                <a16:creationId xmlns:a16="http://schemas.microsoft.com/office/drawing/2014/main" id="{1614470F-70A3-4A7E-9A33-4AA5D883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990" y="65322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0" name="A-I-row-32-col-25-value-0">
            <a:extLst xmlns:a="http://schemas.openxmlformats.org/drawingml/2006/main">
              <a:ext uri="{FF2B5EF4-FFF2-40B4-BE49-F238E27FC236}">
                <a16:creationId xmlns:a16="http://schemas.microsoft.com/office/drawing/2014/main" id="{4A5A81B4-A5DD-48AB-86BA-74043A02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5322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1" name="A-I-row-32-col-26-value-0">
            <a:extLst xmlns:a="http://schemas.openxmlformats.org/drawingml/2006/main">
              <a:ext uri="{FF2B5EF4-FFF2-40B4-BE49-F238E27FC236}">
                <a16:creationId xmlns:a16="http://schemas.microsoft.com/office/drawing/2014/main" id="{063E67EA-B71C-4DE8-8126-D9C7E380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65322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2" name="A-I-row-32-col-27-value-0">
            <a:extLst xmlns:a="http://schemas.openxmlformats.org/drawingml/2006/main">
              <a:ext uri="{FF2B5EF4-FFF2-40B4-BE49-F238E27FC236}">
                <a16:creationId xmlns:a16="http://schemas.microsoft.com/office/drawing/2014/main" id="{B97BFB82-DDFE-4DAF-9B79-0819997F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65322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3" name="A-I-row-32-col-28-value-0">
            <a:extLst xmlns:a="http://schemas.openxmlformats.org/drawingml/2006/main">
              <a:ext uri="{FF2B5EF4-FFF2-40B4-BE49-F238E27FC236}">
                <a16:creationId xmlns:a16="http://schemas.microsoft.com/office/drawing/2014/main" id="{1559141B-DBDE-45CE-B5DE-70A09436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65322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4" name="A-I-row-32-col-29-value-0">
            <a:extLst xmlns:a="http://schemas.openxmlformats.org/drawingml/2006/main">
              <a:ext uri="{FF2B5EF4-FFF2-40B4-BE49-F238E27FC236}">
                <a16:creationId xmlns:a16="http://schemas.microsoft.com/office/drawing/2014/main" id="{4DB1B883-ABD0-4AE1-9A7B-0FAAF82E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65322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5" name="A-I-row-32-col-30-value-0.6123150564928412">
            <a:extLst xmlns:a="http://schemas.openxmlformats.org/drawingml/2006/main">
              <a:ext uri="{FF2B5EF4-FFF2-40B4-BE49-F238E27FC236}">
                <a16:creationId xmlns:a16="http://schemas.microsoft.com/office/drawing/2014/main" id="{779A89D7-DB2D-4676-B3B6-C09C42EB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5322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9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6" name="A-I-row-32-col-31-value-0.742859102385166">
            <a:extLst xmlns:a="http://schemas.openxmlformats.org/drawingml/2006/main">
              <a:ext uri="{FF2B5EF4-FFF2-40B4-BE49-F238E27FC236}">
                <a16:creationId xmlns:a16="http://schemas.microsoft.com/office/drawing/2014/main" id="{251141A0-E8F9-4645-8DD0-A56CAE45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65322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2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7" name="A-I-row-32-col-32-value-0">
            <a:extLst xmlns:a="http://schemas.openxmlformats.org/drawingml/2006/main">
              <a:ext uri="{FF2B5EF4-FFF2-40B4-BE49-F238E27FC236}">
                <a16:creationId xmlns:a16="http://schemas.microsoft.com/office/drawing/2014/main" id="{38619B82-572F-4A65-BF03-2299414F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65322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8" name="A-I-row-32-col-33-value-0">
            <a:extLst xmlns:a="http://schemas.openxmlformats.org/drawingml/2006/main">
              <a:ext uri="{FF2B5EF4-FFF2-40B4-BE49-F238E27FC236}">
                <a16:creationId xmlns:a16="http://schemas.microsoft.com/office/drawing/2014/main" id="{30D2E68C-9F1A-47F5-A9F9-FCFA631E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65322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9" name="A-I-row-32-col-34-value-0">
            <a:extLst xmlns:a="http://schemas.openxmlformats.org/drawingml/2006/main">
              <a:ext uri="{FF2B5EF4-FFF2-40B4-BE49-F238E27FC236}">
                <a16:creationId xmlns:a16="http://schemas.microsoft.com/office/drawing/2014/main" id="{72CD3602-7223-4AC1-9DA5-46E90288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65322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0" name="A-I-row-32-col-35-value-0">
            <a:extLst xmlns:a="http://schemas.openxmlformats.org/drawingml/2006/main">
              <a:ext uri="{FF2B5EF4-FFF2-40B4-BE49-F238E27FC236}">
                <a16:creationId xmlns:a16="http://schemas.microsoft.com/office/drawing/2014/main" id="{15A73B81-A39D-4CB9-9EE0-83DACE56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224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1" name="A-I-row-33-col-0-value-0">
            <a:extLst xmlns:a="http://schemas.openxmlformats.org/drawingml/2006/main">
              <a:ext uri="{FF2B5EF4-FFF2-40B4-BE49-F238E27FC236}">
                <a16:creationId xmlns:a16="http://schemas.microsoft.com/office/drawing/2014/main" id="{781073F0-B24B-4B92-B276-4C424848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5741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2" name="A-I-row-33-col-1-value-0">
            <a:extLst xmlns:a="http://schemas.openxmlformats.org/drawingml/2006/main">
              <a:ext uri="{FF2B5EF4-FFF2-40B4-BE49-F238E27FC236}">
                <a16:creationId xmlns:a16="http://schemas.microsoft.com/office/drawing/2014/main" id="{3363E6A1-FFA2-4264-93EB-4EF8A705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65741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3" name="A-I-row-33-col-2-value-0">
            <a:extLst xmlns:a="http://schemas.openxmlformats.org/drawingml/2006/main">
              <a:ext uri="{FF2B5EF4-FFF2-40B4-BE49-F238E27FC236}">
                <a16:creationId xmlns:a16="http://schemas.microsoft.com/office/drawing/2014/main" id="{7B1DB939-0BDE-4C05-B854-579D6422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970" y="65741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4" name="A-I-row-33-col-3-value-0">
            <a:extLst xmlns:a="http://schemas.openxmlformats.org/drawingml/2006/main">
              <a:ext uri="{FF2B5EF4-FFF2-40B4-BE49-F238E27FC236}">
                <a16:creationId xmlns:a16="http://schemas.microsoft.com/office/drawing/2014/main" id="{B8B82EF3-B22E-4BDE-87FC-1626F303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65741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5" name="A-I-row-33-col-4-value-0">
            <a:extLst xmlns:a="http://schemas.openxmlformats.org/drawingml/2006/main">
              <a:ext uri="{FF2B5EF4-FFF2-40B4-BE49-F238E27FC236}">
                <a16:creationId xmlns:a16="http://schemas.microsoft.com/office/drawing/2014/main" id="{69DC0AEE-5CE2-4A5D-92CD-96FE09B8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90" y="65741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6" name="A-I-row-33-col-5-value-0">
            <a:extLst xmlns:a="http://schemas.openxmlformats.org/drawingml/2006/main">
              <a:ext uri="{FF2B5EF4-FFF2-40B4-BE49-F238E27FC236}">
                <a16:creationId xmlns:a16="http://schemas.microsoft.com/office/drawing/2014/main" id="{10055E3E-7952-4E93-A909-0BA4FE8A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5741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7" name="A-I-row-33-col-6-value-0">
            <a:extLst xmlns:a="http://schemas.openxmlformats.org/drawingml/2006/main">
              <a:ext uri="{FF2B5EF4-FFF2-40B4-BE49-F238E27FC236}">
                <a16:creationId xmlns:a16="http://schemas.microsoft.com/office/drawing/2014/main" id="{D11E2F4B-028B-40DF-B4FF-7B2F424C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10" y="65741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8" name="A-I-row-33-col-7-value-0">
            <a:extLst xmlns:a="http://schemas.openxmlformats.org/drawingml/2006/main">
              <a:ext uri="{FF2B5EF4-FFF2-40B4-BE49-F238E27FC236}">
                <a16:creationId xmlns:a16="http://schemas.microsoft.com/office/drawing/2014/main" id="{EBDF5D9B-C90D-457F-8101-28FD73E1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65741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9" name="A-I-row-33-col-8-value-0">
            <a:extLst xmlns:a="http://schemas.openxmlformats.org/drawingml/2006/main">
              <a:ext uri="{FF2B5EF4-FFF2-40B4-BE49-F238E27FC236}">
                <a16:creationId xmlns:a16="http://schemas.microsoft.com/office/drawing/2014/main" id="{3007A0F2-DCD7-4C42-9CB8-8738074E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30" y="65741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0" name="A-I-row-33-col-9-value-0">
            <a:extLst xmlns:a="http://schemas.openxmlformats.org/drawingml/2006/main">
              <a:ext uri="{FF2B5EF4-FFF2-40B4-BE49-F238E27FC236}">
                <a16:creationId xmlns:a16="http://schemas.microsoft.com/office/drawing/2014/main" id="{09116F5C-820A-4D93-A490-2920681E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40" y="65741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1" name="A-I-row-33-col-10-value-0">
            <a:extLst xmlns:a="http://schemas.openxmlformats.org/drawingml/2006/main">
              <a:ext uri="{FF2B5EF4-FFF2-40B4-BE49-F238E27FC236}">
                <a16:creationId xmlns:a16="http://schemas.microsoft.com/office/drawing/2014/main" id="{E47EB39A-D473-4D71-BD73-459AEE6A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741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2" name="A-I-row-33-col-11-value-0">
            <a:extLst xmlns:a="http://schemas.openxmlformats.org/drawingml/2006/main">
              <a:ext uri="{FF2B5EF4-FFF2-40B4-BE49-F238E27FC236}">
                <a16:creationId xmlns:a16="http://schemas.microsoft.com/office/drawing/2014/main" id="{FC61067B-B568-4320-B8CA-D2DC4218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65741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3" name="A-I-row-33-col-12-value-0">
            <a:extLst xmlns:a="http://schemas.openxmlformats.org/drawingml/2006/main">
              <a:ext uri="{FF2B5EF4-FFF2-40B4-BE49-F238E27FC236}">
                <a16:creationId xmlns:a16="http://schemas.microsoft.com/office/drawing/2014/main" id="{BA67EF02-D0C4-4F26-AA97-9444B687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70" y="65741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4" name="A-I-row-33-col-13-value-0">
            <a:extLst xmlns:a="http://schemas.openxmlformats.org/drawingml/2006/main">
              <a:ext uri="{FF2B5EF4-FFF2-40B4-BE49-F238E27FC236}">
                <a16:creationId xmlns:a16="http://schemas.microsoft.com/office/drawing/2014/main" id="{9C51ED20-A064-4223-8D1C-4D48287E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65741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5" name="A-I-row-33-col-14-value-0.656732348775937">
            <a:extLst xmlns:a="http://schemas.openxmlformats.org/drawingml/2006/main">
              <a:ext uri="{FF2B5EF4-FFF2-40B4-BE49-F238E27FC236}">
                <a16:creationId xmlns:a16="http://schemas.microsoft.com/office/drawing/2014/main" id="{C244A588-9259-4077-93EF-67125B2C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65741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6" name="A-I-row-33-col-15-value-0.7082669484766845">
            <a:extLst xmlns:a="http://schemas.openxmlformats.org/drawingml/2006/main">
              <a:ext uri="{FF2B5EF4-FFF2-40B4-BE49-F238E27FC236}">
                <a16:creationId xmlns:a16="http://schemas.microsoft.com/office/drawing/2014/main" id="{7C0C1756-3727-463F-ADAF-570DD8C3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5741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C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7" name="A-I-row-33-col-16-value-0.9088013790380124">
            <a:extLst xmlns:a="http://schemas.openxmlformats.org/drawingml/2006/main">
              <a:ext uri="{FF2B5EF4-FFF2-40B4-BE49-F238E27FC236}">
                <a16:creationId xmlns:a16="http://schemas.microsoft.com/office/drawing/2014/main" id="{2C2D6E80-126E-436C-8842-80F91E81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65741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48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8" name="A-I-row-33-col-17-value-0.8787705548685354">
            <a:extLst xmlns:a="http://schemas.openxmlformats.org/drawingml/2006/main">
              <a:ext uri="{FF2B5EF4-FFF2-40B4-BE49-F238E27FC236}">
                <a16:creationId xmlns:a16="http://schemas.microsoft.com/office/drawing/2014/main" id="{95173ED0-EBB0-4B32-8450-3D0AEB38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65741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5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9" name="A-I-row-33-col-18-value-0.632168573433318">
            <a:extLst xmlns:a="http://schemas.openxmlformats.org/drawingml/2006/main">
              <a:ext uri="{FF2B5EF4-FFF2-40B4-BE49-F238E27FC236}">
                <a16:creationId xmlns:a16="http://schemas.microsoft.com/office/drawing/2014/main" id="{A33EB136-6296-4308-82D5-20B717CF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65741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90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0" name="A-I-row-33-col-19-value-0.6044702474683107">
            <a:extLst xmlns:a="http://schemas.openxmlformats.org/drawingml/2006/main">
              <a:ext uri="{FF2B5EF4-FFF2-40B4-BE49-F238E27FC236}">
                <a16:creationId xmlns:a16="http://schemas.microsoft.com/office/drawing/2014/main" id="{7D79D14A-BD2A-475E-B6A3-025762F6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65741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9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1" name="A-I-row-33-col-20-value-0">
            <a:extLst xmlns:a="http://schemas.openxmlformats.org/drawingml/2006/main">
              <a:ext uri="{FF2B5EF4-FFF2-40B4-BE49-F238E27FC236}">
                <a16:creationId xmlns:a16="http://schemas.microsoft.com/office/drawing/2014/main" id="{6C60A497-DFE0-414A-8716-CD6A3305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5741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2" name="A-I-row-33-col-21-value-0">
            <a:extLst xmlns:a="http://schemas.openxmlformats.org/drawingml/2006/main">
              <a:ext uri="{FF2B5EF4-FFF2-40B4-BE49-F238E27FC236}">
                <a16:creationId xmlns:a16="http://schemas.microsoft.com/office/drawing/2014/main" id="{24A4FB5F-68A1-46E4-9711-3BCF6112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65741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3" name="A-I-row-33-col-22-value-0">
            <a:extLst xmlns:a="http://schemas.openxmlformats.org/drawingml/2006/main">
              <a:ext uri="{FF2B5EF4-FFF2-40B4-BE49-F238E27FC236}">
                <a16:creationId xmlns:a16="http://schemas.microsoft.com/office/drawing/2014/main" id="{7D19A756-A1B1-444F-A65E-E76E8AFB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170" y="65741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4" name="A-I-row-33-col-23-value-0">
            <a:extLst xmlns:a="http://schemas.openxmlformats.org/drawingml/2006/main">
              <a:ext uri="{FF2B5EF4-FFF2-40B4-BE49-F238E27FC236}">
                <a16:creationId xmlns:a16="http://schemas.microsoft.com/office/drawing/2014/main" id="{7CA6582C-8536-466D-9CE7-C0BD470D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65741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5" name="A-I-row-33-col-24-value-0">
            <a:extLst xmlns:a="http://schemas.openxmlformats.org/drawingml/2006/main">
              <a:ext uri="{FF2B5EF4-FFF2-40B4-BE49-F238E27FC236}">
                <a16:creationId xmlns:a16="http://schemas.microsoft.com/office/drawing/2014/main" id="{C3D2597B-0515-490D-AA34-1557A396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990" y="65741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6" name="A-I-row-33-col-25-value-0">
            <a:extLst xmlns:a="http://schemas.openxmlformats.org/drawingml/2006/main">
              <a:ext uri="{FF2B5EF4-FFF2-40B4-BE49-F238E27FC236}">
                <a16:creationId xmlns:a16="http://schemas.microsoft.com/office/drawing/2014/main" id="{A03B5659-6ABE-4BF5-8CFE-0E4D0330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5741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7" name="A-I-row-33-col-26-value-0">
            <a:extLst xmlns:a="http://schemas.openxmlformats.org/drawingml/2006/main">
              <a:ext uri="{FF2B5EF4-FFF2-40B4-BE49-F238E27FC236}">
                <a16:creationId xmlns:a16="http://schemas.microsoft.com/office/drawing/2014/main" id="{8CE514C1-69F7-4E6A-AE04-49D25A45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65741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8" name="A-I-row-33-col-27-value-0">
            <a:extLst xmlns:a="http://schemas.openxmlformats.org/drawingml/2006/main">
              <a:ext uri="{FF2B5EF4-FFF2-40B4-BE49-F238E27FC236}">
                <a16:creationId xmlns:a16="http://schemas.microsoft.com/office/drawing/2014/main" id="{12343490-3556-4D4A-9B7C-6FAF39EC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65741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9" name="A-I-row-33-col-28-value-0">
            <a:extLst xmlns:a="http://schemas.openxmlformats.org/drawingml/2006/main">
              <a:ext uri="{FF2B5EF4-FFF2-40B4-BE49-F238E27FC236}">
                <a16:creationId xmlns:a16="http://schemas.microsoft.com/office/drawing/2014/main" id="{6078D9C9-C2C7-4C54-AB4A-64594D79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65741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0" name="A-I-row-33-col-29-value-0">
            <a:extLst xmlns:a="http://schemas.openxmlformats.org/drawingml/2006/main">
              <a:ext uri="{FF2B5EF4-FFF2-40B4-BE49-F238E27FC236}">
                <a16:creationId xmlns:a16="http://schemas.microsoft.com/office/drawing/2014/main" id="{7C440C9D-69B3-46DE-84F9-2E4310A0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65741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1" name="A-I-row-33-col-30-value-0">
            <a:extLst xmlns:a="http://schemas.openxmlformats.org/drawingml/2006/main">
              <a:ext uri="{FF2B5EF4-FFF2-40B4-BE49-F238E27FC236}">
                <a16:creationId xmlns:a16="http://schemas.microsoft.com/office/drawing/2014/main" id="{B14B07D5-4E27-436A-AEEF-6FE7D401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5741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2" name="A-I-row-33-col-31-value-0">
            <a:extLst xmlns:a="http://schemas.openxmlformats.org/drawingml/2006/main">
              <a:ext uri="{FF2B5EF4-FFF2-40B4-BE49-F238E27FC236}">
                <a16:creationId xmlns:a16="http://schemas.microsoft.com/office/drawing/2014/main" id="{053F8EF8-48C3-4B38-8BD2-A1939855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65741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3" name="A-I-row-33-col-32-value-0">
            <a:extLst xmlns:a="http://schemas.openxmlformats.org/drawingml/2006/main">
              <a:ext uri="{FF2B5EF4-FFF2-40B4-BE49-F238E27FC236}">
                <a16:creationId xmlns:a16="http://schemas.microsoft.com/office/drawing/2014/main" id="{D342D51D-6976-48F3-9BF2-664397FB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65741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4" name="A-I-row-33-col-33-value-0">
            <a:extLst xmlns:a="http://schemas.openxmlformats.org/drawingml/2006/main">
              <a:ext uri="{FF2B5EF4-FFF2-40B4-BE49-F238E27FC236}">
                <a16:creationId xmlns:a16="http://schemas.microsoft.com/office/drawing/2014/main" id="{5ABA6D4F-C9B9-4ADD-85A6-538908CB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65741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5" name="A-I-row-33-col-34-value-0.7279887679501771">
            <a:extLst xmlns:a="http://schemas.openxmlformats.org/drawingml/2006/main">
              <a:ext uri="{FF2B5EF4-FFF2-40B4-BE49-F238E27FC236}">
                <a16:creationId xmlns:a16="http://schemas.microsoft.com/office/drawing/2014/main" id="{15B5091C-0AB1-45EA-948D-BFB285D6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65741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6" name="A-I-row-33-col-35-value-0">
            <a:extLst xmlns:a="http://schemas.openxmlformats.org/drawingml/2006/main">
              <a:ext uri="{FF2B5EF4-FFF2-40B4-BE49-F238E27FC236}">
                <a16:creationId xmlns:a16="http://schemas.microsoft.com/office/drawing/2014/main" id="{307FAF18-CA8F-47A4-81AD-E8D62766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7415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7" name="A-I-row-34-col-0-value-0">
            <a:extLst xmlns:a="http://schemas.openxmlformats.org/drawingml/2006/main">
              <a:ext uri="{FF2B5EF4-FFF2-40B4-BE49-F238E27FC236}">
                <a16:creationId xmlns:a16="http://schemas.microsoft.com/office/drawing/2014/main" id="{DADCAF8A-3975-4BDA-90B0-86C332DF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6160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8" name="A-I-row-34-col-1-value-0">
            <a:extLst xmlns:a="http://schemas.openxmlformats.org/drawingml/2006/main">
              <a:ext uri="{FF2B5EF4-FFF2-40B4-BE49-F238E27FC236}">
                <a16:creationId xmlns:a16="http://schemas.microsoft.com/office/drawing/2014/main" id="{E19EEF19-1A73-4E89-BCF6-C61480E1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66160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9" name="A-I-row-34-col-2-value-0">
            <a:extLst xmlns:a="http://schemas.openxmlformats.org/drawingml/2006/main">
              <a:ext uri="{FF2B5EF4-FFF2-40B4-BE49-F238E27FC236}">
                <a16:creationId xmlns:a16="http://schemas.microsoft.com/office/drawing/2014/main" id="{5333D961-BEF4-4682-96BC-F7B1091F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970" y="66160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0" name="A-I-row-34-col-3-value-0">
            <a:extLst xmlns:a="http://schemas.openxmlformats.org/drawingml/2006/main">
              <a:ext uri="{FF2B5EF4-FFF2-40B4-BE49-F238E27FC236}">
                <a16:creationId xmlns:a16="http://schemas.microsoft.com/office/drawing/2014/main" id="{B5FAC7B5-5CC2-4514-9BAA-C5CCA53C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66160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1" name="A-I-row-34-col-4-value-0">
            <a:extLst xmlns:a="http://schemas.openxmlformats.org/drawingml/2006/main">
              <a:ext uri="{FF2B5EF4-FFF2-40B4-BE49-F238E27FC236}">
                <a16:creationId xmlns:a16="http://schemas.microsoft.com/office/drawing/2014/main" id="{D4177E3E-E8DF-4D90-A19D-D036F6C5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90" y="66160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2" name="A-I-row-34-col-5-value-0">
            <a:extLst xmlns:a="http://schemas.openxmlformats.org/drawingml/2006/main">
              <a:ext uri="{FF2B5EF4-FFF2-40B4-BE49-F238E27FC236}">
                <a16:creationId xmlns:a16="http://schemas.microsoft.com/office/drawing/2014/main" id="{D6D6AE52-89DF-4AE7-924C-48630D06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6160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3" name="A-I-row-34-col-6-value-0">
            <a:extLst xmlns:a="http://schemas.openxmlformats.org/drawingml/2006/main">
              <a:ext uri="{FF2B5EF4-FFF2-40B4-BE49-F238E27FC236}">
                <a16:creationId xmlns:a16="http://schemas.microsoft.com/office/drawing/2014/main" id="{96E16DF8-8436-4956-96B6-E65B1655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10" y="66160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4" name="A-I-row-34-col-7-value-0">
            <a:extLst xmlns:a="http://schemas.openxmlformats.org/drawingml/2006/main">
              <a:ext uri="{FF2B5EF4-FFF2-40B4-BE49-F238E27FC236}">
                <a16:creationId xmlns:a16="http://schemas.microsoft.com/office/drawing/2014/main" id="{24700A47-A774-4219-B81E-26EA4E42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66160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5" name="A-I-row-34-col-8-value-0">
            <a:extLst xmlns:a="http://schemas.openxmlformats.org/drawingml/2006/main">
              <a:ext uri="{FF2B5EF4-FFF2-40B4-BE49-F238E27FC236}">
                <a16:creationId xmlns:a16="http://schemas.microsoft.com/office/drawing/2014/main" id="{44624B40-A366-452C-A321-1AE70D95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30" y="66160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6" name="A-I-row-34-col-9-value-0">
            <a:extLst xmlns:a="http://schemas.openxmlformats.org/drawingml/2006/main">
              <a:ext uri="{FF2B5EF4-FFF2-40B4-BE49-F238E27FC236}">
                <a16:creationId xmlns:a16="http://schemas.microsoft.com/office/drawing/2014/main" id="{63D8B785-4BD0-4EC0-B067-292ED3FE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40" y="66160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7" name="A-I-row-34-col-10-value-0">
            <a:extLst xmlns:a="http://schemas.openxmlformats.org/drawingml/2006/main">
              <a:ext uri="{FF2B5EF4-FFF2-40B4-BE49-F238E27FC236}">
                <a16:creationId xmlns:a16="http://schemas.microsoft.com/office/drawing/2014/main" id="{E7A7127E-1262-4431-93DC-82BFA3A2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6160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8" name="A-I-row-34-col-11-value-0">
            <a:extLst xmlns:a="http://schemas.openxmlformats.org/drawingml/2006/main">
              <a:ext uri="{FF2B5EF4-FFF2-40B4-BE49-F238E27FC236}">
                <a16:creationId xmlns:a16="http://schemas.microsoft.com/office/drawing/2014/main" id="{D9EC1FE1-E5E3-4123-8699-04697F97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66160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9" name="A-I-row-34-col-12-value-0">
            <a:extLst xmlns:a="http://schemas.openxmlformats.org/drawingml/2006/main">
              <a:ext uri="{FF2B5EF4-FFF2-40B4-BE49-F238E27FC236}">
                <a16:creationId xmlns:a16="http://schemas.microsoft.com/office/drawing/2014/main" id="{C8A14E65-0245-47CA-9BA7-5F07996F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70" y="66160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0" name="A-I-row-34-col-13-value-0">
            <a:extLst xmlns:a="http://schemas.openxmlformats.org/drawingml/2006/main">
              <a:ext uri="{FF2B5EF4-FFF2-40B4-BE49-F238E27FC236}">
                <a16:creationId xmlns:a16="http://schemas.microsoft.com/office/drawing/2014/main" id="{0F070DD0-3321-43ED-9772-52596250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66160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1" name="A-I-row-34-col-14-value-0">
            <a:extLst xmlns:a="http://schemas.openxmlformats.org/drawingml/2006/main">
              <a:ext uri="{FF2B5EF4-FFF2-40B4-BE49-F238E27FC236}">
                <a16:creationId xmlns:a16="http://schemas.microsoft.com/office/drawing/2014/main" id="{AC427A5C-D3C0-4CF4-8BA4-0E65D99A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66160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2" name="A-I-row-34-col-15-value-0">
            <a:extLst xmlns:a="http://schemas.openxmlformats.org/drawingml/2006/main">
              <a:ext uri="{FF2B5EF4-FFF2-40B4-BE49-F238E27FC236}">
                <a16:creationId xmlns:a16="http://schemas.microsoft.com/office/drawing/2014/main" id="{59A88DB6-7449-494F-B758-DBC4FF52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6160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3" name="A-I-row-34-col-16-value-0.6464009708951624">
            <a:extLst xmlns:a="http://schemas.openxmlformats.org/drawingml/2006/main">
              <a:ext uri="{FF2B5EF4-FFF2-40B4-BE49-F238E27FC236}">
                <a16:creationId xmlns:a16="http://schemas.microsoft.com/office/drawing/2014/main" id="{D30AECF1-5163-4D50-89A3-F2A7F087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66160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8C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4" name="A-I-row-34-col-17-value-0.8562108638854031">
            <a:extLst xmlns:a="http://schemas.openxmlformats.org/drawingml/2006/main">
              <a:ext uri="{FF2B5EF4-FFF2-40B4-BE49-F238E27FC236}">
                <a16:creationId xmlns:a16="http://schemas.microsoft.com/office/drawing/2014/main" id="{4C6C1135-DBBD-45CA-8B72-35CFB696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66160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5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5" name="A-I-row-34-col-18-value-0">
            <a:extLst xmlns:a="http://schemas.openxmlformats.org/drawingml/2006/main">
              <a:ext uri="{FF2B5EF4-FFF2-40B4-BE49-F238E27FC236}">
                <a16:creationId xmlns:a16="http://schemas.microsoft.com/office/drawing/2014/main" id="{B26D28FE-4486-426C-9370-F58A7FBD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66160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6" name="A-I-row-34-col-19-value-0">
            <a:extLst xmlns:a="http://schemas.openxmlformats.org/drawingml/2006/main">
              <a:ext uri="{FF2B5EF4-FFF2-40B4-BE49-F238E27FC236}">
                <a16:creationId xmlns:a16="http://schemas.microsoft.com/office/drawing/2014/main" id="{9F3DAB4F-CE7F-49E9-BA2F-437C3431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66160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7" name="A-I-row-34-col-20-value-0">
            <a:extLst xmlns:a="http://schemas.openxmlformats.org/drawingml/2006/main">
              <a:ext uri="{FF2B5EF4-FFF2-40B4-BE49-F238E27FC236}">
                <a16:creationId xmlns:a16="http://schemas.microsoft.com/office/drawing/2014/main" id="{79EB1F71-BDBC-44C4-AE6A-B7080A51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6160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8" name="A-I-row-34-col-21-value-0">
            <a:extLst xmlns:a="http://schemas.openxmlformats.org/drawingml/2006/main">
              <a:ext uri="{FF2B5EF4-FFF2-40B4-BE49-F238E27FC236}">
                <a16:creationId xmlns:a16="http://schemas.microsoft.com/office/drawing/2014/main" id="{F9C4C23E-57BD-4A47-9883-2DFAEF17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66160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9" name="A-I-row-34-col-22-value-0">
            <a:extLst xmlns:a="http://schemas.openxmlformats.org/drawingml/2006/main">
              <a:ext uri="{FF2B5EF4-FFF2-40B4-BE49-F238E27FC236}">
                <a16:creationId xmlns:a16="http://schemas.microsoft.com/office/drawing/2014/main" id="{E5FBCF65-EA77-4CC9-9C13-979C412E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170" y="66160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0" name="A-I-row-34-col-23-value-0">
            <a:extLst xmlns:a="http://schemas.openxmlformats.org/drawingml/2006/main">
              <a:ext uri="{FF2B5EF4-FFF2-40B4-BE49-F238E27FC236}">
                <a16:creationId xmlns:a16="http://schemas.microsoft.com/office/drawing/2014/main" id="{5639BCB5-A218-4D2D-90F4-718ED679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66160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1" name="A-I-row-34-col-24-value-0">
            <a:extLst xmlns:a="http://schemas.openxmlformats.org/drawingml/2006/main">
              <a:ext uri="{FF2B5EF4-FFF2-40B4-BE49-F238E27FC236}">
                <a16:creationId xmlns:a16="http://schemas.microsoft.com/office/drawing/2014/main" id="{80E42FD3-2BC0-4E71-BC4A-98623765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990" y="66160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2" name="A-I-row-34-col-25-value-0">
            <a:extLst xmlns:a="http://schemas.openxmlformats.org/drawingml/2006/main">
              <a:ext uri="{FF2B5EF4-FFF2-40B4-BE49-F238E27FC236}">
                <a16:creationId xmlns:a16="http://schemas.microsoft.com/office/drawing/2014/main" id="{CBEF3F31-FF8D-4EEA-9B51-DFD8D8CD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6160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3" name="A-I-row-34-col-26-value-0">
            <a:extLst xmlns:a="http://schemas.openxmlformats.org/drawingml/2006/main">
              <a:ext uri="{FF2B5EF4-FFF2-40B4-BE49-F238E27FC236}">
                <a16:creationId xmlns:a16="http://schemas.microsoft.com/office/drawing/2014/main" id="{C690BA2A-8354-4341-B6F0-7E4E0F94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66160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4" name="A-I-row-34-col-27-value-0">
            <a:extLst xmlns:a="http://schemas.openxmlformats.org/drawingml/2006/main">
              <a:ext uri="{FF2B5EF4-FFF2-40B4-BE49-F238E27FC236}">
                <a16:creationId xmlns:a16="http://schemas.microsoft.com/office/drawing/2014/main" id="{2CA10CA5-3493-4A3E-853D-722A6F15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66160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5" name="A-I-row-34-col-28-value-0">
            <a:extLst xmlns:a="http://schemas.openxmlformats.org/drawingml/2006/main">
              <a:ext uri="{FF2B5EF4-FFF2-40B4-BE49-F238E27FC236}">
                <a16:creationId xmlns:a16="http://schemas.microsoft.com/office/drawing/2014/main" id="{ADD375FD-2A99-4103-AF5B-D7AB6D45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66160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6" name="A-I-row-34-col-29-value-0">
            <a:extLst xmlns:a="http://schemas.openxmlformats.org/drawingml/2006/main">
              <a:ext uri="{FF2B5EF4-FFF2-40B4-BE49-F238E27FC236}">
                <a16:creationId xmlns:a16="http://schemas.microsoft.com/office/drawing/2014/main" id="{0F392E29-7CC4-4206-8400-B852B945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66160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7" name="A-I-row-34-col-30-value-0">
            <a:extLst xmlns:a="http://schemas.openxmlformats.org/drawingml/2006/main">
              <a:ext uri="{FF2B5EF4-FFF2-40B4-BE49-F238E27FC236}">
                <a16:creationId xmlns:a16="http://schemas.microsoft.com/office/drawing/2014/main" id="{0087B885-DD69-4AC2-B76E-6E77A560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6160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8" name="A-I-row-34-col-31-value-0">
            <a:extLst xmlns:a="http://schemas.openxmlformats.org/drawingml/2006/main">
              <a:ext uri="{FF2B5EF4-FFF2-40B4-BE49-F238E27FC236}">
                <a16:creationId xmlns:a16="http://schemas.microsoft.com/office/drawing/2014/main" id="{36C55AA5-AC0A-4A58-841D-34CAFF2A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66160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9" name="A-I-row-34-col-32-value-0">
            <a:extLst xmlns:a="http://schemas.openxmlformats.org/drawingml/2006/main">
              <a:ext uri="{FF2B5EF4-FFF2-40B4-BE49-F238E27FC236}">
                <a16:creationId xmlns:a16="http://schemas.microsoft.com/office/drawing/2014/main" id="{9865039F-7B95-4F59-89D2-FCA9E019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66160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0" name="A-I-row-34-col-33-value-0.7279887679501771">
            <a:extLst xmlns:a="http://schemas.openxmlformats.org/drawingml/2006/main">
              <a:ext uri="{FF2B5EF4-FFF2-40B4-BE49-F238E27FC236}">
                <a16:creationId xmlns:a16="http://schemas.microsoft.com/office/drawing/2014/main" id="{41988CF5-AB03-4507-B61C-DC4C6B43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66160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1" name="A-I-row-34-col-34-value-0">
            <a:extLst xmlns:a="http://schemas.openxmlformats.org/drawingml/2006/main">
              <a:ext uri="{FF2B5EF4-FFF2-40B4-BE49-F238E27FC236}">
                <a16:creationId xmlns:a16="http://schemas.microsoft.com/office/drawing/2014/main" id="{FC1804D8-D755-4720-9674-BC5F51BC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66160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2" name="A-I-row-34-col-35-value-0">
            <a:extLst xmlns:a="http://schemas.openxmlformats.org/drawingml/2006/main">
              <a:ext uri="{FF2B5EF4-FFF2-40B4-BE49-F238E27FC236}">
                <a16:creationId xmlns:a16="http://schemas.microsoft.com/office/drawing/2014/main" id="{B5F546C8-CD99-4D90-9EE2-1965E659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61606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3" name="A-I-row-35-col-0-value-0">
            <a:extLst xmlns:a="http://schemas.openxmlformats.org/drawingml/2006/main">
              <a:ext uri="{FF2B5EF4-FFF2-40B4-BE49-F238E27FC236}">
                <a16:creationId xmlns:a16="http://schemas.microsoft.com/office/drawing/2014/main" id="{0B5D3283-B94A-41DE-9EBF-78D43646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6579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4" name="A-I-row-35-col-1-value-0">
            <a:extLst xmlns:a="http://schemas.openxmlformats.org/drawingml/2006/main">
              <a:ext uri="{FF2B5EF4-FFF2-40B4-BE49-F238E27FC236}">
                <a16:creationId xmlns:a16="http://schemas.microsoft.com/office/drawing/2014/main" id="{9AE9CDBD-C349-4E85-A669-86C54706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66579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5" name="A-I-row-35-col-2-value-0">
            <a:extLst xmlns:a="http://schemas.openxmlformats.org/drawingml/2006/main">
              <a:ext uri="{FF2B5EF4-FFF2-40B4-BE49-F238E27FC236}">
                <a16:creationId xmlns:a16="http://schemas.microsoft.com/office/drawing/2014/main" id="{21BE9D7D-2E58-4A6F-92E9-A750E715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970" y="66579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6" name="A-I-row-35-col-3-value-0">
            <a:extLst xmlns:a="http://schemas.openxmlformats.org/drawingml/2006/main">
              <a:ext uri="{FF2B5EF4-FFF2-40B4-BE49-F238E27FC236}">
                <a16:creationId xmlns:a16="http://schemas.microsoft.com/office/drawing/2014/main" id="{197E0949-C37C-47F8-9EF8-DA133FB8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66579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7" name="A-I-row-35-col-4-value-0">
            <a:extLst xmlns:a="http://schemas.openxmlformats.org/drawingml/2006/main">
              <a:ext uri="{FF2B5EF4-FFF2-40B4-BE49-F238E27FC236}">
                <a16:creationId xmlns:a16="http://schemas.microsoft.com/office/drawing/2014/main" id="{3D2071DB-E7DD-4466-999F-224F1DED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90" y="66579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8" name="A-I-row-35-col-5-value-0">
            <a:extLst xmlns:a="http://schemas.openxmlformats.org/drawingml/2006/main">
              <a:ext uri="{FF2B5EF4-FFF2-40B4-BE49-F238E27FC236}">
                <a16:creationId xmlns:a16="http://schemas.microsoft.com/office/drawing/2014/main" id="{B89C535E-DB55-4396-906C-93A6EE81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6579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9" name="A-I-row-35-col-6-value-0">
            <a:extLst xmlns:a="http://schemas.openxmlformats.org/drawingml/2006/main">
              <a:ext uri="{FF2B5EF4-FFF2-40B4-BE49-F238E27FC236}">
                <a16:creationId xmlns:a16="http://schemas.microsoft.com/office/drawing/2014/main" id="{8224F489-ECE5-4B4E-BAD1-1EC0BA11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10" y="66579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0" name="A-I-row-35-col-7-value-0">
            <a:extLst xmlns:a="http://schemas.openxmlformats.org/drawingml/2006/main">
              <a:ext uri="{FF2B5EF4-FFF2-40B4-BE49-F238E27FC236}">
                <a16:creationId xmlns:a16="http://schemas.microsoft.com/office/drawing/2014/main" id="{F59C17B2-7B44-4031-8918-B5F59C89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66579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1" name="A-I-row-35-col-8-value-0">
            <a:extLst xmlns:a="http://schemas.openxmlformats.org/drawingml/2006/main">
              <a:ext uri="{FF2B5EF4-FFF2-40B4-BE49-F238E27FC236}">
                <a16:creationId xmlns:a16="http://schemas.microsoft.com/office/drawing/2014/main" id="{A3A08A4A-71F5-42CC-9904-6FB52001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30" y="66579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2" name="A-I-row-35-col-9-value-0">
            <a:extLst xmlns:a="http://schemas.openxmlformats.org/drawingml/2006/main">
              <a:ext uri="{FF2B5EF4-FFF2-40B4-BE49-F238E27FC236}">
                <a16:creationId xmlns:a16="http://schemas.microsoft.com/office/drawing/2014/main" id="{2DF7EB76-18F5-4BC0-8AE7-63D6C0A0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40" y="66579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3" name="A-I-row-35-col-10-value-0">
            <a:extLst xmlns:a="http://schemas.openxmlformats.org/drawingml/2006/main">
              <a:ext uri="{FF2B5EF4-FFF2-40B4-BE49-F238E27FC236}">
                <a16:creationId xmlns:a16="http://schemas.microsoft.com/office/drawing/2014/main" id="{A9F7DB1E-46BF-4722-9A63-C72A5779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6579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4" name="A-I-row-35-col-11-value-0">
            <a:extLst xmlns:a="http://schemas.openxmlformats.org/drawingml/2006/main">
              <a:ext uri="{FF2B5EF4-FFF2-40B4-BE49-F238E27FC236}">
                <a16:creationId xmlns:a16="http://schemas.microsoft.com/office/drawing/2014/main" id="{CC73F94A-CD68-4A37-82B8-60AB9AA0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66579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5" name="A-I-row-35-col-12-value-0">
            <a:extLst xmlns:a="http://schemas.openxmlformats.org/drawingml/2006/main">
              <a:ext uri="{FF2B5EF4-FFF2-40B4-BE49-F238E27FC236}">
                <a16:creationId xmlns:a16="http://schemas.microsoft.com/office/drawing/2014/main" id="{C6048F40-CC72-4678-B161-45152FEA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70" y="66579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6" name="A-I-row-35-col-13-value-0">
            <a:extLst xmlns:a="http://schemas.openxmlformats.org/drawingml/2006/main">
              <a:ext uri="{FF2B5EF4-FFF2-40B4-BE49-F238E27FC236}">
                <a16:creationId xmlns:a16="http://schemas.microsoft.com/office/drawing/2014/main" id="{F5A6B7A4-402A-41C8-91B4-03BFFBBF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66579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7" name="A-I-row-35-col-14-value-0">
            <a:extLst xmlns:a="http://schemas.openxmlformats.org/drawingml/2006/main">
              <a:ext uri="{FF2B5EF4-FFF2-40B4-BE49-F238E27FC236}">
                <a16:creationId xmlns:a16="http://schemas.microsoft.com/office/drawing/2014/main" id="{8A3BC7E5-8314-402E-A2AC-05F89C79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90" y="66579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8" name="A-I-row-35-col-15-value-0">
            <a:extLst xmlns:a="http://schemas.openxmlformats.org/drawingml/2006/main">
              <a:ext uri="{FF2B5EF4-FFF2-40B4-BE49-F238E27FC236}">
                <a16:creationId xmlns:a16="http://schemas.microsoft.com/office/drawing/2014/main" id="{472E42F2-780F-4050-AA73-20D8BED8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6579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9" name="A-I-row-35-col-16-value-0">
            <a:extLst xmlns:a="http://schemas.openxmlformats.org/drawingml/2006/main">
              <a:ext uri="{FF2B5EF4-FFF2-40B4-BE49-F238E27FC236}">
                <a16:creationId xmlns:a16="http://schemas.microsoft.com/office/drawing/2014/main" id="{AAF681D3-96B7-43FA-99BF-CEDED7AE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66579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0" name="A-I-row-35-col-17-value-0">
            <a:extLst xmlns:a="http://schemas.openxmlformats.org/drawingml/2006/main">
              <a:ext uri="{FF2B5EF4-FFF2-40B4-BE49-F238E27FC236}">
                <a16:creationId xmlns:a16="http://schemas.microsoft.com/office/drawing/2014/main" id="{B005C412-9A5C-4D38-8679-E3A4AC6C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66579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1" name="A-I-row-35-col-18-value-0">
            <a:extLst xmlns:a="http://schemas.openxmlformats.org/drawingml/2006/main">
              <a:ext uri="{FF2B5EF4-FFF2-40B4-BE49-F238E27FC236}">
                <a16:creationId xmlns:a16="http://schemas.microsoft.com/office/drawing/2014/main" id="{755081B9-6B7C-405C-BA16-7DDDBAC0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66579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2" name="A-I-row-35-col-19-value-0">
            <a:extLst xmlns:a="http://schemas.openxmlformats.org/drawingml/2006/main">
              <a:ext uri="{FF2B5EF4-FFF2-40B4-BE49-F238E27FC236}">
                <a16:creationId xmlns:a16="http://schemas.microsoft.com/office/drawing/2014/main" id="{EC16F1AC-46BA-4EFB-A7E0-4BFF91E4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66579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3" name="A-I-row-35-col-20-value-0">
            <a:extLst xmlns:a="http://schemas.openxmlformats.org/drawingml/2006/main">
              <a:ext uri="{FF2B5EF4-FFF2-40B4-BE49-F238E27FC236}">
                <a16:creationId xmlns:a16="http://schemas.microsoft.com/office/drawing/2014/main" id="{37416183-70A6-431D-B1EB-DA7D6981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6579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4" name="A-I-row-35-col-21-value-0.4792275680736054">
            <a:extLst xmlns:a="http://schemas.openxmlformats.org/drawingml/2006/main">
              <a:ext uri="{FF2B5EF4-FFF2-40B4-BE49-F238E27FC236}">
                <a16:creationId xmlns:a16="http://schemas.microsoft.com/office/drawing/2014/main" id="{354061F9-6B4D-48AA-BF3C-A8458C4F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66579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B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5" name="A-I-row-35-col-22-value-0">
            <a:extLst xmlns:a="http://schemas.openxmlformats.org/drawingml/2006/main">
              <a:ext uri="{FF2B5EF4-FFF2-40B4-BE49-F238E27FC236}">
                <a16:creationId xmlns:a16="http://schemas.microsoft.com/office/drawing/2014/main" id="{9A0EECA7-7FB0-45E8-8511-6F2E5DFD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170" y="66579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6" name="A-I-row-35-col-23-value-0">
            <a:extLst xmlns:a="http://schemas.openxmlformats.org/drawingml/2006/main">
              <a:ext uri="{FF2B5EF4-FFF2-40B4-BE49-F238E27FC236}">
                <a16:creationId xmlns:a16="http://schemas.microsoft.com/office/drawing/2014/main" id="{B80E08D8-8FE2-4EE2-BDEB-62B9F5EE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66579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7" name="A-I-row-35-col-24-value-0">
            <a:extLst xmlns:a="http://schemas.openxmlformats.org/drawingml/2006/main">
              <a:ext uri="{FF2B5EF4-FFF2-40B4-BE49-F238E27FC236}">
                <a16:creationId xmlns:a16="http://schemas.microsoft.com/office/drawing/2014/main" id="{3CCC64D1-72F6-4725-BBDC-3893C438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990" y="66579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8" name="A-I-row-35-col-25-value-0">
            <a:extLst xmlns:a="http://schemas.openxmlformats.org/drawingml/2006/main">
              <a:ext uri="{FF2B5EF4-FFF2-40B4-BE49-F238E27FC236}">
                <a16:creationId xmlns:a16="http://schemas.microsoft.com/office/drawing/2014/main" id="{41DD8D0C-98B2-4AE4-8E49-04E01081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6579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9" name="A-I-row-35-col-26-value-0">
            <a:extLst xmlns:a="http://schemas.openxmlformats.org/drawingml/2006/main">
              <a:ext uri="{FF2B5EF4-FFF2-40B4-BE49-F238E27FC236}">
                <a16:creationId xmlns:a16="http://schemas.microsoft.com/office/drawing/2014/main" id="{70038B34-4943-46DB-929F-1A6901BC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66579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0" name="A-I-row-35-col-27-value-0">
            <a:extLst xmlns:a="http://schemas.openxmlformats.org/drawingml/2006/main">
              <a:ext uri="{FF2B5EF4-FFF2-40B4-BE49-F238E27FC236}">
                <a16:creationId xmlns:a16="http://schemas.microsoft.com/office/drawing/2014/main" id="{D2FF240B-DDC5-4B37-B337-1EEEFBE9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66579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1" name="A-I-row-35-col-28-value-0">
            <a:extLst xmlns:a="http://schemas.openxmlformats.org/drawingml/2006/main">
              <a:ext uri="{FF2B5EF4-FFF2-40B4-BE49-F238E27FC236}">
                <a16:creationId xmlns:a16="http://schemas.microsoft.com/office/drawing/2014/main" id="{A0B2EC43-721D-4D1C-96C8-BCD5E64F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66579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2" name="A-I-row-35-col-29-value-0">
            <a:extLst xmlns:a="http://schemas.openxmlformats.org/drawingml/2006/main">
              <a:ext uri="{FF2B5EF4-FFF2-40B4-BE49-F238E27FC236}">
                <a16:creationId xmlns:a16="http://schemas.microsoft.com/office/drawing/2014/main" id="{0F88B173-4557-42C8-9558-6E6E2FD9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66579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3" name="A-I-row-35-col-30-value-0">
            <a:extLst xmlns:a="http://schemas.openxmlformats.org/drawingml/2006/main">
              <a:ext uri="{FF2B5EF4-FFF2-40B4-BE49-F238E27FC236}">
                <a16:creationId xmlns:a16="http://schemas.microsoft.com/office/drawing/2014/main" id="{5A11618F-E52F-4A20-AD96-8A494CFE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6579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4" name="A-I-row-35-col-31-value-0">
            <a:extLst xmlns:a="http://schemas.openxmlformats.org/drawingml/2006/main">
              <a:ext uri="{FF2B5EF4-FFF2-40B4-BE49-F238E27FC236}">
                <a16:creationId xmlns:a16="http://schemas.microsoft.com/office/drawing/2014/main" id="{AFB31905-3CC3-4EC9-9EF2-B805A783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66579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5" name="A-I-row-35-col-32-value-0">
            <a:extLst xmlns:a="http://schemas.openxmlformats.org/drawingml/2006/main">
              <a:ext uri="{FF2B5EF4-FFF2-40B4-BE49-F238E27FC236}">
                <a16:creationId xmlns:a16="http://schemas.microsoft.com/office/drawing/2014/main" id="{0E18E7C8-31F2-4B3C-8F2E-2B8768C8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66579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6" name="A-I-row-35-col-33-value-0">
            <a:extLst xmlns:a="http://schemas.openxmlformats.org/drawingml/2006/main">
              <a:ext uri="{FF2B5EF4-FFF2-40B4-BE49-F238E27FC236}">
                <a16:creationId xmlns:a16="http://schemas.microsoft.com/office/drawing/2014/main" id="{CD596386-D667-42CD-BEF2-BCB5B0AC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66579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7" name="A-I-row-35-col-34-value-0">
            <a:extLst xmlns:a="http://schemas.openxmlformats.org/drawingml/2006/main">
              <a:ext uri="{FF2B5EF4-FFF2-40B4-BE49-F238E27FC236}">
                <a16:creationId xmlns:a16="http://schemas.microsoft.com/office/drawing/2014/main" id="{E1785640-7108-4FB3-AC6F-D5F58760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66579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8" name="A-I-row-35-col-35-value-0">
            <a:extLst xmlns:a="http://schemas.openxmlformats.org/drawingml/2006/main">
              <a:ext uri="{FF2B5EF4-FFF2-40B4-BE49-F238E27FC236}">
                <a16:creationId xmlns:a16="http://schemas.microsoft.com/office/drawing/2014/main" id="{3F97B749-2785-4EAF-AA09-BF751072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657975"/>
            <a:ext cx="42101" cy="42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9" name="adjacency-label">
            <a:extLst xmlns:a="http://schemas.openxmlformats.org/drawingml/2006/main">
              <a:ext uri="{FF2B5EF4-FFF2-40B4-BE49-F238E27FC236}">
                <a16:creationId xmlns:a16="http://schemas.microsoft.com/office/drawing/2014/main" id="{8B9D1E03-199B-45D1-BD53-FEC2CC41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6753225"/>
            <a:ext cx="1933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Adjacency</a:t>
            </a:r>
          </a:p>
        </p:txBody>
      </p:sp>
      <p:sp>
        <p:nvSpPr>
          <p:cNvPr id="1430" name="adjacency-A-I-0-base">
            <a:extLst xmlns:a="http://schemas.openxmlformats.org/drawingml/2006/main">
              <a:ext uri="{FF2B5EF4-FFF2-40B4-BE49-F238E27FC236}">
                <a16:creationId xmlns:a16="http://schemas.microsoft.com/office/drawing/2014/main" id="{A71914CC-C9AE-44A9-9B73-E7C55DF9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846" y="7048500"/>
            <a:ext cx="154686" cy="3253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4C78B5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1" i="0">
                <a:solidFill>
                  <a:srgbClr val="4C78B5"/>
                </a:solidFill>
                <a:latin typeface="Cambria Math"/>
                <a:ea typeface="Cambria Math"/>
                <a:cs typeface="Cambria Math"/>
              </a:rPr>
              <a:t>A</a:t>
            </a:r>
          </a:p>
        </p:txBody>
      </p:sp>
      <p:sp>
        <p:nvSpPr>
          <p:cNvPr id="1431" name="adjacency-A-I-0-sub">
            <a:extLst xmlns:a="http://schemas.openxmlformats.org/drawingml/2006/main">
              <a:ext uri="{FF2B5EF4-FFF2-40B4-BE49-F238E27FC236}">
                <a16:creationId xmlns:a16="http://schemas.microsoft.com/office/drawing/2014/main" id="{45F37973-7686-4BDB-AD24-857C9FE4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007" y="7235190"/>
            <a:ext cx="117348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81" b="0" i="0">
                <a:solidFill>
                  <a:srgbClr val="4C78B5"/>
                </a:solidFill>
                <a:latin typeface="Cambria Math"/>
                <a:ea typeface="Cambria Math"/>
                <a:cs typeface="Cambria Math"/>
              </a:defRPr>
            </a:pPr>
            <a:r>
              <a:rPr sz="1281" b="0" i="0">
                <a:solidFill>
                  <a:srgbClr val="4C78B5"/>
                </a:solidFill>
                <a:latin typeface="Cambria Math"/>
                <a:ea typeface="Cambria Math"/>
                <a:cs typeface="Cambria Math"/>
              </a:rPr>
              <a:t>I</a:t>
            </a:r>
          </a:p>
        </p:txBody>
      </p:sp>
      <p:sp>
        <p:nvSpPr>
          <p:cNvPr id="1432" name="weighted-centrality">
            <a:extLst xmlns:a="http://schemas.openxmlformats.org/drawingml/2006/main">
              <a:ext uri="{FF2B5EF4-FFF2-40B4-BE49-F238E27FC236}">
                <a16:creationId xmlns:a16="http://schemas.microsoft.com/office/drawing/2014/main" id="{37926D9B-16D1-4A53-928B-8949420B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553325"/>
            <a:ext cx="4191000" cy="876300"/>
          </a:xfrm>
          <a:prstGeom xmlns:a="http://schemas.openxmlformats.org/drawingml/2006/main" prst="roundRect">
            <a:avLst>
              <a:gd name="adj" fmla="val 11957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6193">
            <a:solidFill>
              <a:srgbClr val="4C78B5"/>
            </a:solidFill>
            <a:prstDash val="solid"/>
          </a:ln>
        </p:spPr>
      </p:sp>
      <p:sp>
        <p:nvSpPr>
          <p:cNvPr id="1433" name="centrality-text">
            <a:extLst xmlns:a="http://schemas.openxmlformats.org/drawingml/2006/main">
              <a:ext uri="{FF2B5EF4-FFF2-40B4-BE49-F238E27FC236}">
                <a16:creationId xmlns:a16="http://schemas.microsoft.com/office/drawing/2014/main" id="{329E3CF0-DE73-40B9-B9DA-38CC6340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581900"/>
            <a:ext cx="400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Weighted centrality</a:t>
            </a:r>
          </a:p>
          <a:p xmlns:a="http://schemas.openxmlformats.org/drawingml/2006/main">
            <a:pPr algn="ctr">
              <a:defRPr sz="1800" b="0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Strength + betweenness</a:t>
            </a:r>
          </a:p>
          <a:p xmlns:a="http://schemas.openxmlformats.org/drawingml/2006/main">
            <a:pPr algn="ctr">
              <a:defRPr sz="1800" b="0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+ eigenvector</a:t>
            </a:r>
          </a:p>
        </p:txBody>
      </p:sp>
      <p:sp>
        <p:nvSpPr>
          <p:cNvPr id="1434" name="graph-to-centrality-0-4">
            <a:extLst xmlns:a="http://schemas.openxmlformats.org/drawingml/2006/main">
              <a:ext uri="{FF2B5EF4-FFF2-40B4-BE49-F238E27FC236}">
                <a16:creationId xmlns:a16="http://schemas.microsoft.com/office/drawing/2014/main" id="{79EC1735-690F-464B-98BB-ABC81B1C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9421" y="7056596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35" name="graph-to-centrality-1-5">
            <a:extLst xmlns:a="http://schemas.openxmlformats.org/drawingml/2006/main">
              <a:ext uri="{FF2B5EF4-FFF2-40B4-BE49-F238E27FC236}">
                <a16:creationId xmlns:a16="http://schemas.microsoft.com/office/drawing/2014/main" id="{ECB31269-CBF6-4EAC-8204-AD2C498F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9421" y="7485221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49" name=""/>
          <p:cNvCxnSpPr>
            <a:stCxn xmlns:a="http://schemas.openxmlformats.org/drawingml/2006/main" id="1434" idx="4"/>
            <a:endCxn xmlns:a="http://schemas.openxmlformats.org/drawingml/2006/main" id="1435" idx="0"/>
          </p:cNvCxnSpPr>
          <p:nvPr/>
        </p:nvCxnSpPr>
        <p:spPr>
          <a:xfrm xmlns:a="http://schemas.openxmlformats.org/drawingml/2006/main">
            <a:off x="2990850" y="7059454"/>
            <a:ext cx="0" cy="4257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C78B5"/>
            </a:solidFill>
            <a:prstDash val="solid"/>
            <a:tailEnd type="triangle" w="sm" len="sm"/>
          </a:ln>
        </p:spPr>
      </p:cxnSp>
      <p:sp>
        <p:nvSpPr>
          <p:cNvPr id="1437" name="select-label">
            <a:extLst xmlns:a="http://schemas.openxmlformats.org/drawingml/2006/main">
              <a:ext uri="{FF2B5EF4-FFF2-40B4-BE49-F238E27FC236}">
                <a16:creationId xmlns:a16="http://schemas.microsoft.com/office/drawing/2014/main" id="{00F1DD7C-D7B4-4191-AE2A-530F9A9E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89635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Select virtual-input contacts</a:t>
            </a:r>
          </a:p>
        </p:txBody>
      </p:sp>
      <p:sp>
        <p:nvSpPr>
          <p:cNvPr id="1438" name="centrality-to-selection-0-6">
            <a:extLst xmlns:a="http://schemas.openxmlformats.org/drawingml/2006/main">
              <a:ext uri="{FF2B5EF4-FFF2-40B4-BE49-F238E27FC236}">
                <a16:creationId xmlns:a16="http://schemas.microsoft.com/office/drawing/2014/main" id="{129349AD-0B84-4208-8FFA-6CF557D2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9421" y="8485346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39" name="centrality-to-selection-1-7">
            <a:extLst xmlns:a="http://schemas.openxmlformats.org/drawingml/2006/main">
              <a:ext uri="{FF2B5EF4-FFF2-40B4-BE49-F238E27FC236}">
                <a16:creationId xmlns:a16="http://schemas.microsoft.com/office/drawing/2014/main" id="{8FEA2E13-6C7E-42F3-AA97-18EDB1ED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9421" y="8818721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53" name=""/>
          <p:cNvCxnSpPr>
            <a:stCxn xmlns:a="http://schemas.openxmlformats.org/drawingml/2006/main" id="1438" idx="4"/>
            <a:endCxn xmlns:a="http://schemas.openxmlformats.org/drawingml/2006/main" id="1439" idx="0"/>
          </p:cNvCxnSpPr>
          <p:nvPr/>
        </p:nvCxnSpPr>
        <p:spPr>
          <a:xfrm xmlns:a="http://schemas.openxmlformats.org/drawingml/2006/main">
            <a:off x="2990850" y="8488204"/>
            <a:ext cx="0" cy="3305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C78B5"/>
            </a:solidFill>
            <a:prstDash val="solid"/>
            <a:tailEnd type="triangle" w="sm" len="sm"/>
          </a:ln>
        </p:spPr>
      </p:cxnSp>
      <p:sp>
        <p:nvSpPr>
          <p:cNvPr id="1441" name="mask-cell-LAF1">
            <a:extLst xmlns:a="http://schemas.openxmlformats.org/drawingml/2006/main">
              <a:ext uri="{FF2B5EF4-FFF2-40B4-BE49-F238E27FC236}">
                <a16:creationId xmlns:a16="http://schemas.microsoft.com/office/drawing/2014/main" id="{35A1CF7F-C677-4241-8478-91444BE7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05950"/>
            <a:ext cx="99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2" name="mask-cell-LAF2">
            <a:extLst xmlns:a="http://schemas.openxmlformats.org/drawingml/2006/main">
              <a:ext uri="{FF2B5EF4-FFF2-40B4-BE49-F238E27FC236}">
                <a16:creationId xmlns:a16="http://schemas.microsoft.com/office/drawing/2014/main" id="{151C9758-DF06-4854-8BB9-AD3914DB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233" y="9505950"/>
            <a:ext cx="99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8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3" name="mask-cell-LAF3">
            <a:extLst xmlns:a="http://schemas.openxmlformats.org/drawingml/2006/main">
              <a:ext uri="{FF2B5EF4-FFF2-40B4-BE49-F238E27FC236}">
                <a16:creationId xmlns:a16="http://schemas.microsoft.com/office/drawing/2014/main" id="{75615833-A574-46F8-B933-024B7ABB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866" y="9505950"/>
            <a:ext cx="99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4" name="mask-cell-LAF4">
            <a:extLst xmlns:a="http://schemas.openxmlformats.org/drawingml/2006/main">
              <a:ext uri="{FF2B5EF4-FFF2-40B4-BE49-F238E27FC236}">
                <a16:creationId xmlns:a16="http://schemas.microsoft.com/office/drawing/2014/main" id="{97B426AA-EAB9-4203-AB9A-E94869FB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499" y="9505950"/>
            <a:ext cx="99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5" name="mask-cell-RA2">
            <a:extLst xmlns:a="http://schemas.openxmlformats.org/drawingml/2006/main">
              <a:ext uri="{FF2B5EF4-FFF2-40B4-BE49-F238E27FC236}">
                <a16:creationId xmlns:a16="http://schemas.microsoft.com/office/drawing/2014/main" id="{ECADA39E-7D98-4D1B-89A9-9ABB49A3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132" y="9505950"/>
            <a:ext cx="99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6" name="mask-cell-RA3">
            <a:extLst xmlns:a="http://schemas.openxmlformats.org/drawingml/2006/main">
              <a:ext uri="{FF2B5EF4-FFF2-40B4-BE49-F238E27FC236}">
                <a16:creationId xmlns:a16="http://schemas.microsoft.com/office/drawing/2014/main" id="{920856E7-F3EB-4C39-A0A1-B48DD3DA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765" y="9505950"/>
            <a:ext cx="99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8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7" name="mask-cell-RAFa1">
            <a:extLst xmlns:a="http://schemas.openxmlformats.org/drawingml/2006/main">
              <a:ext uri="{FF2B5EF4-FFF2-40B4-BE49-F238E27FC236}">
                <a16:creationId xmlns:a16="http://schemas.microsoft.com/office/drawing/2014/main" id="{3C48E209-F9EA-458A-823B-4D479B81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398" y="9505950"/>
            <a:ext cx="99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8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8" name="mask-cell-RAFa2">
            <a:extLst xmlns:a="http://schemas.openxmlformats.org/drawingml/2006/main">
              <a:ext uri="{FF2B5EF4-FFF2-40B4-BE49-F238E27FC236}">
                <a16:creationId xmlns:a16="http://schemas.microsoft.com/office/drawing/2014/main" id="{250908BF-CF11-4800-8516-93492018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031" y="9505950"/>
            <a:ext cx="99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9" name="mask-cell-RAFa3">
            <a:extLst xmlns:a="http://schemas.openxmlformats.org/drawingml/2006/main">
              <a:ext uri="{FF2B5EF4-FFF2-40B4-BE49-F238E27FC236}">
                <a16:creationId xmlns:a16="http://schemas.microsoft.com/office/drawing/2014/main" id="{3E56F7A8-E673-4780-AABA-4711A722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664" y="9505950"/>
            <a:ext cx="99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0" name="mask-cell-RAFa4">
            <a:extLst xmlns:a="http://schemas.openxmlformats.org/drawingml/2006/main">
              <a:ext uri="{FF2B5EF4-FFF2-40B4-BE49-F238E27FC236}">
                <a16:creationId xmlns:a16="http://schemas.microsoft.com/office/drawing/2014/main" id="{87D98E39-2B42-4065-960F-BBFB57BE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297" y="9505950"/>
            <a:ext cx="99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1" name="mask-cell-RAFb1">
            <a:extLst xmlns:a="http://schemas.openxmlformats.org/drawingml/2006/main">
              <a:ext uri="{FF2B5EF4-FFF2-40B4-BE49-F238E27FC236}">
                <a16:creationId xmlns:a16="http://schemas.microsoft.com/office/drawing/2014/main" id="{4EAF0D1F-C687-40B3-AF0A-23E15E45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930" y="9505950"/>
            <a:ext cx="99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8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2" name="mask-cell-RAFb2">
            <a:extLst xmlns:a="http://schemas.openxmlformats.org/drawingml/2006/main">
              <a:ext uri="{FF2B5EF4-FFF2-40B4-BE49-F238E27FC236}">
                <a16:creationId xmlns:a16="http://schemas.microsoft.com/office/drawing/2014/main" id="{13D97022-F4D9-4E74-924A-28FBDF1F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8563" y="9505950"/>
            <a:ext cx="99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8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3" name="mask-cell-RAFb3">
            <a:extLst xmlns:a="http://schemas.openxmlformats.org/drawingml/2006/main">
              <a:ext uri="{FF2B5EF4-FFF2-40B4-BE49-F238E27FC236}">
                <a16:creationId xmlns:a16="http://schemas.microsoft.com/office/drawing/2014/main" id="{710E4D05-2A3E-483A-8AF4-B920D7A9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0196" y="9505950"/>
            <a:ext cx="99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4" name="mask-cell-RAFb4">
            <a:extLst xmlns:a="http://schemas.openxmlformats.org/drawingml/2006/main">
              <a:ext uri="{FF2B5EF4-FFF2-40B4-BE49-F238E27FC236}">
                <a16:creationId xmlns:a16="http://schemas.microsoft.com/office/drawing/2014/main" id="{2964CA4F-2A69-4A1F-A9D0-B4CF405C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829" y="9505950"/>
            <a:ext cx="99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5" name="mask-cell-RAFc1">
            <a:extLst xmlns:a="http://schemas.openxmlformats.org/drawingml/2006/main">
              <a:ext uri="{FF2B5EF4-FFF2-40B4-BE49-F238E27FC236}">
                <a16:creationId xmlns:a16="http://schemas.microsoft.com/office/drawing/2014/main" id="{B4E5081A-3330-4A18-B460-F9FAF3D4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462" y="9505950"/>
            <a:ext cx="99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6" name="mask-cell-RAFc2">
            <a:extLst xmlns:a="http://schemas.openxmlformats.org/drawingml/2006/main">
              <a:ext uri="{FF2B5EF4-FFF2-40B4-BE49-F238E27FC236}">
                <a16:creationId xmlns:a16="http://schemas.microsoft.com/office/drawing/2014/main" id="{B8B2615A-A209-48C5-8D37-19A28387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095" y="9505950"/>
            <a:ext cx="99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8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7" name="mask-cell-RAFc3">
            <a:extLst xmlns:a="http://schemas.openxmlformats.org/drawingml/2006/main">
              <a:ext uri="{FF2B5EF4-FFF2-40B4-BE49-F238E27FC236}">
                <a16:creationId xmlns:a16="http://schemas.microsoft.com/office/drawing/2014/main" id="{8010CF55-AA90-45AE-A425-62742BE9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728" y="9505950"/>
            <a:ext cx="99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8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8" name="mask-cell-RAFc4">
            <a:extLst xmlns:a="http://schemas.openxmlformats.org/drawingml/2006/main">
              <a:ext uri="{FF2B5EF4-FFF2-40B4-BE49-F238E27FC236}">
                <a16:creationId xmlns:a16="http://schemas.microsoft.com/office/drawing/2014/main" id="{845F52EE-9FAF-4B1F-97CF-2A90984C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8361" y="9505950"/>
            <a:ext cx="99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9" name="mask-cell-RAFd1">
            <a:extLst xmlns:a="http://schemas.openxmlformats.org/drawingml/2006/main">
              <a:ext uri="{FF2B5EF4-FFF2-40B4-BE49-F238E27FC236}">
                <a16:creationId xmlns:a16="http://schemas.microsoft.com/office/drawing/2014/main" id="{C3AEC6BB-A547-4310-98FD-D375AD00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994" y="9505950"/>
            <a:ext cx="99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8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0" name="mask-cell-RAFd2">
            <a:extLst xmlns:a="http://schemas.openxmlformats.org/drawingml/2006/main">
              <a:ext uri="{FF2B5EF4-FFF2-40B4-BE49-F238E27FC236}">
                <a16:creationId xmlns:a16="http://schemas.microsoft.com/office/drawing/2014/main" id="{6FE369A3-1045-444E-BC09-328F726D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627" y="9505950"/>
            <a:ext cx="99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1" name="mask-cell-RAFd3">
            <a:extLst xmlns:a="http://schemas.openxmlformats.org/drawingml/2006/main">
              <a:ext uri="{FF2B5EF4-FFF2-40B4-BE49-F238E27FC236}">
                <a16:creationId xmlns:a16="http://schemas.microsoft.com/office/drawing/2014/main" id="{0603A937-1E07-459A-A9B8-EB53670C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3260" y="9505950"/>
            <a:ext cx="99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2" name="mask-cell-RAFd4">
            <a:extLst xmlns:a="http://schemas.openxmlformats.org/drawingml/2006/main">
              <a:ext uri="{FF2B5EF4-FFF2-40B4-BE49-F238E27FC236}">
                <a16:creationId xmlns:a16="http://schemas.microsoft.com/office/drawing/2014/main" id="{B7ED09AF-E09A-42BC-BF13-395A502D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893" y="9505950"/>
            <a:ext cx="99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3" name="mask-cell-RH1">
            <a:extLst xmlns:a="http://schemas.openxmlformats.org/drawingml/2006/main">
              <a:ext uri="{FF2B5EF4-FFF2-40B4-BE49-F238E27FC236}">
                <a16:creationId xmlns:a16="http://schemas.microsoft.com/office/drawing/2014/main" id="{FF2996DF-9368-4425-90A7-DCEABFA6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526" y="9505950"/>
            <a:ext cx="99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4" name="mask-cell-RH2">
            <a:extLst xmlns:a="http://schemas.openxmlformats.org/drawingml/2006/main">
              <a:ext uri="{FF2B5EF4-FFF2-40B4-BE49-F238E27FC236}">
                <a16:creationId xmlns:a16="http://schemas.microsoft.com/office/drawing/2014/main" id="{8B95DEA5-0612-4A09-B59A-46A1C39C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8159" y="9505950"/>
            <a:ext cx="99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5" name="mask-cell-RH3">
            <a:extLst xmlns:a="http://schemas.openxmlformats.org/drawingml/2006/main">
              <a:ext uri="{FF2B5EF4-FFF2-40B4-BE49-F238E27FC236}">
                <a16:creationId xmlns:a16="http://schemas.microsoft.com/office/drawing/2014/main" id="{55A18CC4-3650-4A63-9A41-AD8CEAF7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9792" y="9505950"/>
            <a:ext cx="99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6" name="mask-cell-RH4">
            <a:extLst xmlns:a="http://schemas.openxmlformats.org/drawingml/2006/main">
              <a:ext uri="{FF2B5EF4-FFF2-40B4-BE49-F238E27FC236}">
                <a16:creationId xmlns:a16="http://schemas.microsoft.com/office/drawing/2014/main" id="{1ACFB736-24B3-47A2-8A30-3C4E026B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9505950"/>
            <a:ext cx="99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7" name="mask-cell-RPFa1">
            <a:extLst xmlns:a="http://schemas.openxmlformats.org/drawingml/2006/main">
              <a:ext uri="{FF2B5EF4-FFF2-40B4-BE49-F238E27FC236}">
                <a16:creationId xmlns:a16="http://schemas.microsoft.com/office/drawing/2014/main" id="{5BF8F0F3-2498-45CF-99AF-89E8FD56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3058" y="9505950"/>
            <a:ext cx="99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8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8" name="mask-cell-RPFa2">
            <a:extLst xmlns:a="http://schemas.openxmlformats.org/drawingml/2006/main">
              <a:ext uri="{FF2B5EF4-FFF2-40B4-BE49-F238E27FC236}">
                <a16:creationId xmlns:a16="http://schemas.microsoft.com/office/drawing/2014/main" id="{F3D61C3A-1B9A-4970-9D64-0B1FD29D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691" y="9505950"/>
            <a:ext cx="99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8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9" name="mask-cell-RPFa3">
            <a:extLst xmlns:a="http://schemas.openxmlformats.org/drawingml/2006/main">
              <a:ext uri="{FF2B5EF4-FFF2-40B4-BE49-F238E27FC236}">
                <a16:creationId xmlns:a16="http://schemas.microsoft.com/office/drawing/2014/main" id="{07D34D3F-2ECB-42A6-BBE5-DF259C8A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6324" y="9505950"/>
            <a:ext cx="99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8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0" name="mask-cell-RPFa4">
            <a:extLst xmlns:a="http://schemas.openxmlformats.org/drawingml/2006/main">
              <a:ext uri="{FF2B5EF4-FFF2-40B4-BE49-F238E27FC236}">
                <a16:creationId xmlns:a16="http://schemas.microsoft.com/office/drawing/2014/main" id="{55F57BFD-FB89-486C-BAF6-D9EC22F2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957" y="9505950"/>
            <a:ext cx="99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1" name="mask-cell-RPFb1">
            <a:extLst xmlns:a="http://schemas.openxmlformats.org/drawingml/2006/main">
              <a:ext uri="{FF2B5EF4-FFF2-40B4-BE49-F238E27FC236}">
                <a16:creationId xmlns:a16="http://schemas.microsoft.com/office/drawing/2014/main" id="{41A46E4C-2594-4A13-8958-2D1E572C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9590" y="9505950"/>
            <a:ext cx="99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8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2" name="mask-cell-RPFb2">
            <a:extLst xmlns:a="http://schemas.openxmlformats.org/drawingml/2006/main">
              <a:ext uri="{FF2B5EF4-FFF2-40B4-BE49-F238E27FC236}">
                <a16:creationId xmlns:a16="http://schemas.microsoft.com/office/drawing/2014/main" id="{24BD42EB-2E8D-4510-B50F-830E58D2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223" y="9505950"/>
            <a:ext cx="99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3" name="mask-cell-RPFb3">
            <a:extLst xmlns:a="http://schemas.openxmlformats.org/drawingml/2006/main">
              <a:ext uri="{FF2B5EF4-FFF2-40B4-BE49-F238E27FC236}">
                <a16:creationId xmlns:a16="http://schemas.microsoft.com/office/drawing/2014/main" id="{1CD975A5-DFE2-43F0-8895-82F39849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9505950"/>
            <a:ext cx="99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4" name="mask-cell-RPFc1">
            <a:extLst xmlns:a="http://schemas.openxmlformats.org/drawingml/2006/main">
              <a:ext uri="{FF2B5EF4-FFF2-40B4-BE49-F238E27FC236}">
                <a16:creationId xmlns:a16="http://schemas.microsoft.com/office/drawing/2014/main" id="{4832DC1F-C225-422B-BD62-A4C657AD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489" y="9505950"/>
            <a:ext cx="99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8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5" name="mask-cell-RPFc2">
            <a:extLst xmlns:a="http://schemas.openxmlformats.org/drawingml/2006/main">
              <a:ext uri="{FF2B5EF4-FFF2-40B4-BE49-F238E27FC236}">
                <a16:creationId xmlns:a16="http://schemas.microsoft.com/office/drawing/2014/main" id="{9C761171-D181-41BC-9518-BDBBAB95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122" y="9505950"/>
            <a:ext cx="99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6" name="mask-cell-RPFc3">
            <a:extLst xmlns:a="http://schemas.openxmlformats.org/drawingml/2006/main">
              <a:ext uri="{FF2B5EF4-FFF2-40B4-BE49-F238E27FC236}">
                <a16:creationId xmlns:a16="http://schemas.microsoft.com/office/drawing/2014/main" id="{0A2A4A91-7CCD-48D8-9F86-CBE7B4EE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7755" y="9505950"/>
            <a:ext cx="99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7" name="selected-actuator-mask">
            <a:extLst xmlns:a="http://schemas.openxmlformats.org/drawingml/2006/main">
              <a:ext uri="{FF2B5EF4-FFF2-40B4-BE49-F238E27FC236}">
                <a16:creationId xmlns:a16="http://schemas.microsoft.com/office/drawing/2014/main" id="{2B6ED617-DC58-45BC-A93F-4E3E7033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763250"/>
            <a:ext cx="4191000" cy="981075"/>
          </a:xfrm>
          <a:prstGeom xmlns:a="http://schemas.openxmlformats.org/drawingml/2006/main" prst="roundRect">
            <a:avLst>
              <a:gd name="adj" fmla="val 10680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16193">
            <a:solidFill>
              <a:srgbClr val="4C78B5"/>
            </a:solidFill>
            <a:prstDash val="solid"/>
          </a:ln>
        </p:spPr>
      </p:sp>
      <p:sp>
        <p:nvSpPr>
          <p:cNvPr id="1478" name="mask-title">
            <a:extLst xmlns:a="http://schemas.openxmlformats.org/drawingml/2006/main">
              <a:ext uri="{FF2B5EF4-FFF2-40B4-BE49-F238E27FC236}">
                <a16:creationId xmlns:a16="http://schemas.microsoft.com/office/drawing/2014/main" id="{209A3B94-6B2C-4C42-8A5F-F06A3CDA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839450"/>
            <a:ext cx="4000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Actuator mask</a:t>
            </a:r>
          </a:p>
        </p:txBody>
      </p:sp>
      <p:sp>
        <p:nvSpPr>
          <p:cNvPr id="1479" name="S-A-0-base">
            <a:extLst xmlns:a="http://schemas.openxmlformats.org/drawingml/2006/main">
              <a:ext uri="{FF2B5EF4-FFF2-40B4-BE49-F238E27FC236}">
                <a16:creationId xmlns:a16="http://schemas.microsoft.com/office/drawing/2014/main" id="{B2656275-FE45-4FD3-82CC-3FE5236C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975" y="11144250"/>
            <a:ext cx="160211" cy="336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4C78B5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1" i="0">
                <a:solidFill>
                  <a:srgbClr val="4C78B5"/>
                </a:solidFill>
                <a:latin typeface="Cambria Math"/>
                <a:ea typeface="Cambria Math"/>
                <a:cs typeface="Cambria Math"/>
              </a:rPr>
              <a:t>S</a:t>
            </a:r>
          </a:p>
        </p:txBody>
      </p:sp>
      <p:sp>
        <p:nvSpPr>
          <p:cNvPr id="1480" name="S-A-0-sub">
            <a:extLst xmlns:a="http://schemas.openxmlformats.org/drawingml/2006/main">
              <a:ext uri="{FF2B5EF4-FFF2-40B4-BE49-F238E27FC236}">
                <a16:creationId xmlns:a16="http://schemas.microsoft.com/office/drawing/2014/main" id="{DED58F66-4954-4918-9798-E03BFB92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661" y="11337608"/>
            <a:ext cx="121539" cy="179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27" b="0" i="0">
                <a:solidFill>
                  <a:srgbClr val="4C78B5"/>
                </a:solidFill>
                <a:latin typeface="Cambria Math"/>
                <a:ea typeface="Cambria Math"/>
                <a:cs typeface="Cambria Math"/>
              </a:defRPr>
            </a:pPr>
            <a:r>
              <a:rPr sz="1327" b="0" i="0">
                <a:solidFill>
                  <a:srgbClr val="4C78B5"/>
                </a:solidFill>
                <a:latin typeface="Cambria Math"/>
                <a:ea typeface="Cambria Math"/>
                <a:cs typeface="Cambria Math"/>
              </a:rPr>
              <a:t>𝒜</a:t>
            </a:r>
          </a:p>
        </p:txBody>
      </p:sp>
      <p:sp>
        <p:nvSpPr>
          <p:cNvPr id="1481" name="mask-support">
            <a:extLst xmlns:a="http://schemas.openxmlformats.org/drawingml/2006/main">
              <a:ext uri="{FF2B5EF4-FFF2-40B4-BE49-F238E27FC236}">
                <a16:creationId xmlns:a16="http://schemas.microsoft.com/office/drawing/2014/main" id="{FADD5918-B9CD-4513-AEE8-E8BC2352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4681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Virtual-input support</a:t>
            </a:r>
          </a:p>
        </p:txBody>
      </p:sp>
      <p:sp>
        <p:nvSpPr>
          <p:cNvPr id="1482" name="selected-to-mask-0-8">
            <a:extLst xmlns:a="http://schemas.openxmlformats.org/drawingml/2006/main">
              <a:ext uri="{FF2B5EF4-FFF2-40B4-BE49-F238E27FC236}">
                <a16:creationId xmlns:a16="http://schemas.microsoft.com/office/drawing/2014/main" id="{17E7BB50-A1D9-4861-9BC6-B337FFD0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9421" y="9837896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83" name="selected-to-mask-1-9">
            <a:extLst xmlns:a="http://schemas.openxmlformats.org/drawingml/2006/main">
              <a:ext uri="{FF2B5EF4-FFF2-40B4-BE49-F238E27FC236}">
                <a16:creationId xmlns:a16="http://schemas.microsoft.com/office/drawing/2014/main" id="{41EDB1CE-B4DF-4AC8-8F28-B36A2D52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9421" y="10704671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97" name=""/>
          <p:cNvCxnSpPr>
            <a:stCxn xmlns:a="http://schemas.openxmlformats.org/drawingml/2006/main" id="1482" idx="4"/>
            <a:endCxn xmlns:a="http://schemas.openxmlformats.org/drawingml/2006/main" id="1483" idx="0"/>
          </p:cNvCxnSpPr>
          <p:nvPr/>
        </p:nvCxnSpPr>
        <p:spPr>
          <a:xfrm xmlns:a="http://schemas.openxmlformats.org/drawingml/2006/main">
            <a:off x="2990850" y="9840754"/>
            <a:ext cx="0" cy="8639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C78B5"/>
            </a:solidFill>
            <a:prstDash val="solid"/>
            <a:tailEnd type="triangle" w="sm" len="sm"/>
          </a:ln>
        </p:spPr>
      </p:cxnSp>
      <p:sp>
        <p:nvSpPr>
          <p:cNvPr id="1485" name="PCA-state-delay-history">
            <a:extLst xmlns:a="http://schemas.openxmlformats.org/drawingml/2006/main">
              <a:ext uri="{FF2B5EF4-FFF2-40B4-BE49-F238E27FC236}">
                <a16:creationId xmlns:a16="http://schemas.microsoft.com/office/drawing/2014/main" id="{0327AEE2-C149-4EBF-913D-D535EAFF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9775"/>
            <a:ext cx="1943100" cy="1162050"/>
          </a:xfrm>
          <a:prstGeom xmlns:a="http://schemas.openxmlformats.org/drawingml/2006/main" prst="roundRect">
            <a:avLst>
              <a:gd name="adj" fmla="val 9016"/>
            </a:avLst>
          </a:prstGeom>
          <a:solidFill xmlns:a="http://schemas.openxmlformats.org/drawingml/2006/main">
            <a:srgbClr val="F9FBF6"/>
          </a:solidFill>
          <a:ln xmlns:a="http://schemas.openxmlformats.org/drawingml/2006/main" w="16193">
            <a:solidFill>
              <a:srgbClr val="75944C"/>
            </a:solidFill>
            <a:prstDash val="solid"/>
          </a:ln>
        </p:spPr>
      </p:sp>
      <p:sp>
        <p:nvSpPr>
          <p:cNvPr id="1486" name="state-heading">
            <a:extLst xmlns:a="http://schemas.openxmlformats.org/drawingml/2006/main">
              <a:ext uri="{FF2B5EF4-FFF2-40B4-BE49-F238E27FC236}">
                <a16:creationId xmlns:a16="http://schemas.microsoft.com/office/drawing/2014/main" id="{843049E3-21B2-4CB8-8433-2DA88EAE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66925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PCA state</a:t>
            </a:r>
          </a:p>
        </p:txBody>
      </p:sp>
      <p:sp>
        <p:nvSpPr>
          <p:cNvPr id="1487" name="latent-state-z-0-base">
            <a:extLst xmlns:a="http://schemas.openxmlformats.org/drawingml/2006/main">
              <a:ext uri="{FF2B5EF4-FFF2-40B4-BE49-F238E27FC236}">
                <a16:creationId xmlns:a16="http://schemas.microsoft.com/office/drawing/2014/main" id="{01B7C8E9-772C-4C67-9D28-ED36D01F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675" y="2371725"/>
            <a:ext cx="160211" cy="336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75944C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1" i="0">
                <a:solidFill>
                  <a:srgbClr val="75944C"/>
                </a:solidFill>
                <a:latin typeface="Cambria Math"/>
                <a:ea typeface="Cambria Math"/>
                <a:cs typeface="Cambria Math"/>
              </a:rPr>
              <a:t>z</a:t>
            </a:r>
          </a:p>
        </p:txBody>
      </p:sp>
      <p:sp>
        <p:nvSpPr>
          <p:cNvPr id="1488" name="latent-state-z-0-sub">
            <a:extLst xmlns:a="http://schemas.openxmlformats.org/drawingml/2006/main">
              <a:ext uri="{FF2B5EF4-FFF2-40B4-BE49-F238E27FC236}">
                <a16:creationId xmlns:a16="http://schemas.microsoft.com/office/drawing/2014/main" id="{55B63CF5-5209-4320-9D8F-9869261A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361" y="2565083"/>
            <a:ext cx="121539" cy="179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27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defRPr>
            </a:pPr>
            <a:r>
              <a:rPr sz="1327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rPr>
              <a:t>t</a:t>
            </a:r>
          </a:p>
        </p:txBody>
      </p:sp>
      <p:sp>
        <p:nvSpPr>
          <p:cNvPr id="1489" name="delay-label">
            <a:extLst xmlns:a="http://schemas.openxmlformats.org/drawingml/2006/main">
              <a:ext uri="{FF2B5EF4-FFF2-40B4-BE49-F238E27FC236}">
                <a16:creationId xmlns:a16="http://schemas.microsoft.com/office/drawing/2014/main" id="{CDFA938F-3948-4C3D-808E-FF151AF6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695575"/>
            <a:ext cx="1438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Delay history</a:t>
            </a:r>
          </a:p>
        </p:txBody>
      </p:sp>
      <p:sp>
        <p:nvSpPr>
          <p:cNvPr id="1490" name="delay-clock-face">
            <a:extLst xmlns:a="http://schemas.openxmlformats.org/drawingml/2006/main">
              <a:ext uri="{FF2B5EF4-FFF2-40B4-BE49-F238E27FC236}">
                <a16:creationId xmlns:a16="http://schemas.microsoft.com/office/drawing/2014/main" id="{8FB8065F-7B82-4EE6-B313-1140C6D8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86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75944C"/>
            </a:solidFill>
            <a:prstDash val="solid"/>
          </a:ln>
        </p:spPr>
      </p:sp>
      <p:sp>
        <p:nvSpPr>
          <p:cNvPr id="1491" name="delay-clock-hand-hour">
            <a:extLst xmlns:a="http://schemas.openxmlformats.org/drawingml/2006/main">
              <a:ext uri="{FF2B5EF4-FFF2-40B4-BE49-F238E27FC236}">
                <a16:creationId xmlns:a16="http://schemas.microsoft.com/office/drawing/2014/main" id="{C7FE9C5C-2253-4A23-AABB-52B72020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32151"/>
            <a:ext cx="1905" cy="58674"/>
          </a:xfrm>
          <a:custGeom xmlns:a="http://schemas.openxmlformats.org/drawingml/2006/main">
            <a:pathLst>
              <a:path w="1905" h="58674">
                <a:moveTo>
                  <a:pt x="0" y="586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5944C"/>
            </a:solidFill>
            <a:prstDash val="solid"/>
          </a:ln>
        </p:spPr>
      </p:sp>
      <p:sp>
        <p:nvSpPr>
          <p:cNvPr id="1492" name="delay-clock-hand-minute">
            <a:extLst xmlns:a="http://schemas.openxmlformats.org/drawingml/2006/main">
              <a:ext uri="{FF2B5EF4-FFF2-40B4-BE49-F238E27FC236}">
                <a16:creationId xmlns:a16="http://schemas.microsoft.com/office/drawing/2014/main" id="{14C9A22C-858E-4E13-A651-5BFB9362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90825"/>
            <a:ext cx="48196" cy="18860"/>
          </a:xfrm>
          <a:custGeom xmlns:a="http://schemas.openxmlformats.org/drawingml/2006/main">
            <a:pathLst>
              <a:path w="48196" h="18860">
                <a:moveTo>
                  <a:pt x="0" y="0"/>
                </a:moveTo>
                <a:lnTo>
                  <a:pt x="48196" y="1886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5944C"/>
            </a:solidFill>
            <a:prstDash val="solid"/>
          </a:ln>
        </p:spPr>
      </p:sp>
      <p:sp>
        <p:nvSpPr>
          <p:cNvPr id="1493" name="delay-coordinates-0-base">
            <a:extLst xmlns:a="http://schemas.openxmlformats.org/drawingml/2006/main">
              <a:ext uri="{FF2B5EF4-FFF2-40B4-BE49-F238E27FC236}">
                <a16:creationId xmlns:a16="http://schemas.microsoft.com/office/drawing/2014/main" id="{94619CA3-2DF5-413D-BB22-77F5C0D0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1333" y="2895600"/>
            <a:ext cx="104966" cy="220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75944C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1" i="0">
                <a:solidFill>
                  <a:srgbClr val="75944C"/>
                </a:solidFill>
                <a:latin typeface="Cambria Math"/>
                <a:ea typeface="Cambria Math"/>
                <a:cs typeface="Cambria Math"/>
              </a:rPr>
              <a:t>z</a:t>
            </a:r>
          </a:p>
        </p:txBody>
      </p:sp>
      <p:sp>
        <p:nvSpPr>
          <p:cNvPr id="1494" name="delay-coordinates-0-sub">
            <a:extLst xmlns:a="http://schemas.openxmlformats.org/drawingml/2006/main">
              <a:ext uri="{FF2B5EF4-FFF2-40B4-BE49-F238E27FC236}">
                <a16:creationId xmlns:a16="http://schemas.microsoft.com/office/drawing/2014/main" id="{1C80E3C0-BFD9-4E9B-B455-6DB099F7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773" y="3022283"/>
            <a:ext cx="195453" cy="117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9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defRPr>
            </a:pPr>
            <a:r>
              <a:rPr sz="869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rPr>
              <a:t>t−1</a:t>
            </a:r>
          </a:p>
        </p:txBody>
      </p:sp>
      <p:sp>
        <p:nvSpPr>
          <p:cNvPr id="1495" name="delay-coordinates-1-base">
            <a:extLst xmlns:a="http://schemas.openxmlformats.org/drawingml/2006/main">
              <a:ext uri="{FF2B5EF4-FFF2-40B4-BE49-F238E27FC236}">
                <a16:creationId xmlns:a16="http://schemas.microsoft.com/office/drawing/2014/main" id="{5870D43A-3059-42FA-826A-F5293C03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1751" y="2895600"/>
            <a:ext cx="95917" cy="220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rPr>
              <a:t>,</a:t>
            </a:r>
          </a:p>
        </p:txBody>
      </p:sp>
      <p:sp>
        <p:nvSpPr>
          <p:cNvPr id="1496" name="delay-coordinates-2-base">
            <a:extLst xmlns:a="http://schemas.openxmlformats.org/drawingml/2006/main">
              <a:ext uri="{FF2B5EF4-FFF2-40B4-BE49-F238E27FC236}">
                <a16:creationId xmlns:a16="http://schemas.microsoft.com/office/drawing/2014/main" id="{C93C2A71-6C1E-4B36-A738-0C006891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385" y="2895600"/>
            <a:ext cx="104966" cy="220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75944C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1" i="0">
                <a:solidFill>
                  <a:srgbClr val="75944C"/>
                </a:solidFill>
                <a:latin typeface="Cambria Math"/>
                <a:ea typeface="Cambria Math"/>
                <a:cs typeface="Cambria Math"/>
              </a:rPr>
              <a:t>z</a:t>
            </a:r>
          </a:p>
        </p:txBody>
      </p:sp>
      <p:sp>
        <p:nvSpPr>
          <p:cNvPr id="1497" name="delay-coordinates-2-sub">
            <a:extLst xmlns:a="http://schemas.openxmlformats.org/drawingml/2006/main">
              <a:ext uri="{FF2B5EF4-FFF2-40B4-BE49-F238E27FC236}">
                <a16:creationId xmlns:a16="http://schemas.microsoft.com/office/drawing/2014/main" id="{CC1DCBB8-E1A9-40DD-9FC1-F711875D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825" y="3022283"/>
            <a:ext cx="195453" cy="117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9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defRPr>
            </a:pPr>
            <a:r>
              <a:rPr sz="869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rPr>
              <a:t>t−8</a:t>
            </a:r>
          </a:p>
        </p:txBody>
      </p:sp>
      <p:sp>
        <p:nvSpPr>
          <p:cNvPr id="1498" name="delay-coordinates-3-base">
            <a:extLst xmlns:a="http://schemas.openxmlformats.org/drawingml/2006/main">
              <a:ext uri="{FF2B5EF4-FFF2-40B4-BE49-F238E27FC236}">
                <a16:creationId xmlns:a16="http://schemas.microsoft.com/office/drawing/2014/main" id="{E53E6B1B-9049-4018-95D2-4304171E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803" y="2895600"/>
            <a:ext cx="95917" cy="220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rPr>
              <a:t>,</a:t>
            </a:r>
          </a:p>
        </p:txBody>
      </p:sp>
      <p:sp>
        <p:nvSpPr>
          <p:cNvPr id="1499" name="delay-coordinates-4-base">
            <a:extLst xmlns:a="http://schemas.openxmlformats.org/drawingml/2006/main">
              <a:ext uri="{FF2B5EF4-FFF2-40B4-BE49-F238E27FC236}">
                <a16:creationId xmlns:a16="http://schemas.microsoft.com/office/drawing/2014/main" id="{9C0EA3E7-E492-4F62-9D7F-7B1D0BC5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7437" y="2895600"/>
            <a:ext cx="104966" cy="220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75944C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1" i="0">
                <a:solidFill>
                  <a:srgbClr val="75944C"/>
                </a:solidFill>
                <a:latin typeface="Cambria Math"/>
                <a:ea typeface="Cambria Math"/>
                <a:cs typeface="Cambria Math"/>
              </a:rPr>
              <a:t>z</a:t>
            </a:r>
          </a:p>
        </p:txBody>
      </p:sp>
      <p:sp>
        <p:nvSpPr>
          <p:cNvPr id="1500" name="delay-coordinates-4-sub">
            <a:extLst xmlns:a="http://schemas.openxmlformats.org/drawingml/2006/main">
              <a:ext uri="{FF2B5EF4-FFF2-40B4-BE49-F238E27FC236}">
                <a16:creationId xmlns:a16="http://schemas.microsoft.com/office/drawing/2014/main" id="{DBBAE793-7498-4A69-9409-334397E4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2877" y="3022283"/>
            <a:ext cx="253365" cy="117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9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defRPr>
            </a:pPr>
            <a:r>
              <a:rPr sz="869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rPr>
              <a:t>t−32</a:t>
            </a:r>
          </a:p>
        </p:txBody>
      </p:sp>
      <p:sp>
        <p:nvSpPr>
          <p:cNvPr id="1501" name="separate-fitted-graph">
            <a:extLst xmlns:a="http://schemas.openxmlformats.org/drawingml/2006/main">
              <a:ext uri="{FF2B5EF4-FFF2-40B4-BE49-F238E27FC236}">
                <a16:creationId xmlns:a16="http://schemas.microsoft.com/office/drawing/2014/main" id="{3A8E1030-1ABC-4D65-B20F-811BCFC2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09775"/>
            <a:ext cx="1943100" cy="1162050"/>
          </a:xfrm>
          <a:prstGeom xmlns:a="http://schemas.openxmlformats.org/drawingml/2006/main" prst="roundRect">
            <a:avLst>
              <a:gd name="adj" fmla="val 9016"/>
            </a:avLst>
          </a:prstGeom>
          <a:solidFill xmlns:a="http://schemas.openxmlformats.org/drawingml/2006/main">
            <a:srgbClr val="F9FBF6"/>
          </a:solidFill>
          <a:ln xmlns:a="http://schemas.openxmlformats.org/drawingml/2006/main" w="16193">
            <a:solidFill>
              <a:srgbClr val="75944C"/>
            </a:solidFill>
            <a:prstDash val="solid"/>
          </a:ln>
        </p:spPr>
      </p:sp>
      <p:sp>
        <p:nvSpPr>
          <p:cNvPr id="1502" name="separate-graph-heading">
            <a:extLst xmlns:a="http://schemas.openxmlformats.org/drawingml/2006/main">
              <a:ext uri="{FF2B5EF4-FFF2-40B4-BE49-F238E27FC236}">
                <a16:creationId xmlns:a16="http://schemas.microsoft.com/office/drawing/2014/main" id="{BF637744-C767-4982-B51C-D4F6A914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66925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Separate fitted</a:t>
            </a:r>
          </a:p>
          <a:p xmlns:a="http://schemas.openxmlformats.org/drawingml/2006/main">
            <a:pPr algn="ctr">
              <a:defRPr sz="1650" b="0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PLV graph</a:t>
            </a:r>
          </a:p>
        </p:txBody>
      </p:sp>
      <p:sp>
        <p:nvSpPr>
          <p:cNvPr id="1503" name="A-II-0-base">
            <a:extLst xmlns:a="http://schemas.openxmlformats.org/drawingml/2006/main">
              <a:ext uri="{FF2B5EF4-FFF2-40B4-BE49-F238E27FC236}">
                <a16:creationId xmlns:a16="http://schemas.microsoft.com/office/drawing/2014/main" id="{D436F698-9A70-4636-80E5-F29FC88F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4998" y="2495550"/>
            <a:ext cx="165735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75944C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1" i="0">
                <a:solidFill>
                  <a:srgbClr val="75944C"/>
                </a:solidFill>
                <a:latin typeface="Cambria Math"/>
                <a:ea typeface="Cambria Math"/>
                <a:cs typeface="Cambria Math"/>
              </a:rPr>
              <a:t>A</a:t>
            </a:r>
          </a:p>
        </p:txBody>
      </p:sp>
      <p:sp>
        <p:nvSpPr>
          <p:cNvPr id="1504" name="A-II-0-sub">
            <a:extLst xmlns:a="http://schemas.openxmlformats.org/drawingml/2006/main">
              <a:ext uri="{FF2B5EF4-FFF2-40B4-BE49-F238E27FC236}">
                <a16:creationId xmlns:a16="http://schemas.microsoft.com/office/drawing/2014/main" id="{1C2B40D1-89FF-41CA-B997-43023129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1208" y="2695575"/>
            <a:ext cx="217170" cy="185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73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defRPr>
            </a:pPr>
            <a:r>
              <a:rPr sz="1373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rPr>
              <a:t>II</a:t>
            </a:r>
          </a:p>
        </p:txBody>
      </p:sp>
      <p:sp>
        <p:nvSpPr>
          <p:cNvPr id="1505" name="graph-feature-g-0-base">
            <a:extLst xmlns:a="http://schemas.openxmlformats.org/drawingml/2006/main">
              <a:ext uri="{FF2B5EF4-FFF2-40B4-BE49-F238E27FC236}">
                <a16:creationId xmlns:a16="http://schemas.microsoft.com/office/drawing/2014/main" id="{06AAB756-1B32-4D47-9CF4-AAA46DAA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722" y="2838450"/>
            <a:ext cx="127064" cy="267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75944C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1" i="0">
                <a:solidFill>
                  <a:srgbClr val="75944C"/>
                </a:solidFill>
                <a:latin typeface="Cambria Math"/>
                <a:ea typeface="Cambria Math"/>
                <a:cs typeface="Cambria Math"/>
              </a:rPr>
              <a:t>g</a:t>
            </a:r>
          </a:p>
        </p:txBody>
      </p:sp>
      <p:sp>
        <p:nvSpPr>
          <p:cNvPr id="1506" name="graph-feature-g-0-sub">
            <a:extLst xmlns:a="http://schemas.openxmlformats.org/drawingml/2006/main">
              <a:ext uri="{FF2B5EF4-FFF2-40B4-BE49-F238E27FC236}">
                <a16:creationId xmlns:a16="http://schemas.microsoft.com/office/drawing/2014/main" id="{F995B7EA-E482-40A0-9C4D-1D150A3E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2260" y="2991803"/>
            <a:ext cx="96393" cy="142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2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defRPr>
            </a:pPr>
            <a:r>
              <a:rPr sz="1052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rPr>
              <a:t>t</a:t>
            </a:r>
          </a:p>
        </p:txBody>
      </p:sp>
      <p:sp>
        <p:nvSpPr>
          <p:cNvPr id="1507" name="preprocessed-data-to-PCA-0-10">
            <a:extLst xmlns:a="http://schemas.openxmlformats.org/drawingml/2006/main">
              <a:ext uri="{FF2B5EF4-FFF2-40B4-BE49-F238E27FC236}">
                <a16:creationId xmlns:a16="http://schemas.microsoft.com/office/drawing/2014/main" id="{F891A29B-3195-49D7-96B7-3B6CFB70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071" y="3551396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08" name="preprocessed-data-to-PCA-1-11">
            <a:extLst xmlns:a="http://schemas.openxmlformats.org/drawingml/2006/main">
              <a:ext uri="{FF2B5EF4-FFF2-40B4-BE49-F238E27FC236}">
                <a16:creationId xmlns:a16="http://schemas.microsoft.com/office/drawing/2014/main" id="{0A6E3C02-053B-4255-B8EA-8EE93763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721" y="3551396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09" name="preprocessed-data-to-PCA-2-12">
            <a:extLst xmlns:a="http://schemas.openxmlformats.org/drawingml/2006/main">
              <a:ext uri="{FF2B5EF4-FFF2-40B4-BE49-F238E27FC236}">
                <a16:creationId xmlns:a16="http://schemas.microsoft.com/office/drawing/2014/main" id="{EBB187CF-C25D-46F0-A683-4E4BD561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721" y="2551271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10" name="preprocessed-data-to-PCA-3-13">
            <a:extLst xmlns:a="http://schemas.openxmlformats.org/drawingml/2006/main">
              <a:ext uri="{FF2B5EF4-FFF2-40B4-BE49-F238E27FC236}">
                <a16:creationId xmlns:a16="http://schemas.microsoft.com/office/drawing/2014/main" id="{B43F0A02-C0C2-4EE9-A4A6-E9109FB3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421" y="2551271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24" name=""/>
          <p:cNvCxnSpPr>
            <a:stCxn xmlns:a="http://schemas.openxmlformats.org/drawingml/2006/main" id="1507" idx="6"/>
            <a:endCxn xmlns:a="http://schemas.openxmlformats.org/drawingml/2006/main" id="1508" idx="2"/>
          </p:cNvCxnSpPr>
          <p:nvPr/>
        </p:nvCxnSpPr>
        <p:spPr>
          <a:xfrm xmlns:a="http://schemas.openxmlformats.org/drawingml/2006/main">
            <a:off x="5144929" y="3552825"/>
            <a:ext cx="62579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C78B5"/>
            </a:solidFill>
            <a:prstDash val="solid"/>
          </a:ln>
        </p:spPr>
      </p:cxnSp>
      <p:cxnSp>
        <p:nvCxnSpPr>
          <p:cNvPr id="3225" name=""/>
          <p:cNvCxnSpPr>
            <a:stCxn xmlns:a="http://schemas.openxmlformats.org/drawingml/2006/main" id="1508" idx="0"/>
            <a:endCxn xmlns:a="http://schemas.openxmlformats.org/drawingml/2006/main" id="1509" idx="4"/>
          </p:cNvCxnSpPr>
          <p:nvPr/>
        </p:nvCxnSpPr>
        <p:spPr>
          <a:xfrm xmlns:a="http://schemas.openxmlformats.org/drawingml/2006/main" flipV="1">
            <a:off x="5772150" y="2554129"/>
            <a:ext cx="0" cy="9972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C78B5"/>
            </a:solidFill>
            <a:prstDash val="solid"/>
          </a:ln>
        </p:spPr>
      </p:cxnSp>
      <p:cxnSp>
        <p:nvCxnSpPr>
          <p:cNvPr id="3226" name=""/>
          <p:cNvCxnSpPr>
            <a:stCxn xmlns:a="http://schemas.openxmlformats.org/drawingml/2006/main" id="1509" idx="6"/>
            <a:endCxn xmlns:a="http://schemas.openxmlformats.org/drawingml/2006/main" id="1510" idx="2"/>
          </p:cNvCxnSpPr>
          <p:nvPr/>
        </p:nvCxnSpPr>
        <p:spPr>
          <a:xfrm xmlns:a="http://schemas.openxmlformats.org/drawingml/2006/main">
            <a:off x="5773579" y="2552700"/>
            <a:ext cx="64484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C78B5"/>
            </a:solidFill>
            <a:prstDash val="solid"/>
            <a:tailEnd type="triangle" w="sm" len="sm"/>
          </a:ln>
        </p:spPr>
      </p:cxnSp>
      <p:sp>
        <p:nvSpPr>
          <p:cNvPr id="1514" name="state-graph-delays">
            <a:extLst xmlns:a="http://schemas.openxmlformats.org/drawingml/2006/main">
              <a:ext uri="{FF2B5EF4-FFF2-40B4-BE49-F238E27FC236}">
                <a16:creationId xmlns:a16="http://schemas.microsoft.com/office/drawing/2014/main" id="{64BE89FE-293F-4F5F-BE46-7D8784C6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05225"/>
            <a:ext cx="4191000" cy="838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FF5E8"/>
          </a:solidFill>
          <a:ln xmlns:a="http://schemas.openxmlformats.org/drawingml/2006/main" w="16193">
            <a:solidFill>
              <a:srgbClr val="75944C"/>
            </a:solidFill>
            <a:prstDash val="solid"/>
          </a:ln>
        </p:spPr>
      </p:sp>
      <p:sp>
        <p:nvSpPr>
          <p:cNvPr id="1515" name="feature-title">
            <a:extLst xmlns:a="http://schemas.openxmlformats.org/drawingml/2006/main">
              <a:ext uri="{FF2B5EF4-FFF2-40B4-BE49-F238E27FC236}">
                <a16:creationId xmlns:a16="http://schemas.microsoft.com/office/drawing/2014/main" id="{52925A54-C110-488E-BF75-53384D06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62375"/>
            <a:ext cx="403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State + graph + delays</a:t>
            </a:r>
          </a:p>
        </p:txBody>
      </p:sp>
      <p:sp>
        <p:nvSpPr>
          <p:cNvPr id="1516" name="feature-input-v-0-base">
            <a:extLst xmlns:a="http://schemas.openxmlformats.org/drawingml/2006/main">
              <a:ext uri="{FF2B5EF4-FFF2-40B4-BE49-F238E27FC236}">
                <a16:creationId xmlns:a16="http://schemas.microsoft.com/office/drawing/2014/main" id="{D56CAC64-2C3C-40C2-8E13-CC0AB9F1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1625" y="4086225"/>
            <a:ext cx="160211" cy="336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75944C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1" i="0">
                <a:solidFill>
                  <a:srgbClr val="75944C"/>
                </a:solidFill>
                <a:latin typeface="Cambria Math"/>
                <a:ea typeface="Cambria Math"/>
                <a:cs typeface="Cambria Math"/>
              </a:rPr>
              <a:t>v</a:t>
            </a:r>
          </a:p>
        </p:txBody>
      </p:sp>
      <p:sp>
        <p:nvSpPr>
          <p:cNvPr id="1517" name="feature-input-v-0-sub">
            <a:extLst xmlns:a="http://schemas.openxmlformats.org/drawingml/2006/main">
              <a:ext uri="{FF2B5EF4-FFF2-40B4-BE49-F238E27FC236}">
                <a16:creationId xmlns:a16="http://schemas.microsoft.com/office/drawing/2014/main" id="{7DE0706A-E96E-4F37-B292-021825E3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311" y="4279583"/>
            <a:ext cx="121539" cy="179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27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defRPr>
            </a:pPr>
            <a:r>
              <a:rPr sz="1327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rPr>
              <a:t>t</a:t>
            </a:r>
          </a:p>
        </p:txBody>
      </p:sp>
      <p:cxnSp>
        <p:nvCxnSpPr>
          <p:cNvPr id="3231" name=""/>
          <p:cNvCxnSpPr>
            <a:stCxn xmlns:a="http://schemas.openxmlformats.org/drawingml/2006/main" id="1485" idx="2"/>
            <a:endCxn xmlns:a="http://schemas.openxmlformats.org/drawingml/2006/main" id="1514" idx="0"/>
          </p:cNvCxnSpPr>
          <p:nvPr/>
        </p:nvCxnSpPr>
        <p:spPr>
          <a:xfrm xmlns:a="http://schemas.openxmlformats.org/drawingml/2006/main">
            <a:off x="7448550" y="3171825"/>
            <a:ext cx="1123950" cy="533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75944C"/>
            </a:solidFill>
            <a:prstDash val="solid"/>
            <a:tailEnd type="triangle" w="sm" len="sm"/>
          </a:ln>
        </p:spPr>
      </p:cxnSp>
      <p:cxnSp>
        <p:nvCxnSpPr>
          <p:cNvPr id="3232" name=""/>
          <p:cNvCxnSpPr>
            <a:stCxn xmlns:a="http://schemas.openxmlformats.org/drawingml/2006/main" id="1501" idx="2"/>
            <a:endCxn xmlns:a="http://schemas.openxmlformats.org/drawingml/2006/main" id="1514" idx="0"/>
          </p:cNvCxnSpPr>
          <p:nvPr/>
        </p:nvCxnSpPr>
        <p:spPr>
          <a:xfrm xmlns:a="http://schemas.openxmlformats.org/drawingml/2006/main" flipH="1">
            <a:off x="8572500" y="3171825"/>
            <a:ext cx="1123950" cy="533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75944C"/>
            </a:solidFill>
            <a:prstDash val="solid"/>
            <a:tailEnd type="triangle" w="sm" len="sm"/>
          </a:ln>
        </p:spPr>
      </p:cxnSp>
      <p:sp>
        <p:nvSpPr>
          <p:cNvPr id="1520" name="leaky-reservoir">
            <a:extLst xmlns:a="http://schemas.openxmlformats.org/drawingml/2006/main">
              <a:ext uri="{FF2B5EF4-FFF2-40B4-BE49-F238E27FC236}">
                <a16:creationId xmlns:a16="http://schemas.microsoft.com/office/drawing/2014/main" id="{DAD428B5-99A9-45D9-BE49-5742696B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29200"/>
            <a:ext cx="4191000" cy="847725"/>
          </a:xfrm>
          <a:prstGeom xmlns:a="http://schemas.openxmlformats.org/drawingml/2006/main" prst="roundRect">
            <a:avLst>
              <a:gd name="adj" fmla="val 123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5944C"/>
            </a:solidFill>
            <a:prstDash val="solid"/>
          </a:ln>
        </p:spPr>
      </p:sp>
      <p:sp>
        <p:nvSpPr>
          <p:cNvPr id="1521" name="reservoir-heading">
            <a:extLst xmlns:a="http://schemas.openxmlformats.org/drawingml/2006/main">
              <a:ext uri="{FF2B5EF4-FFF2-40B4-BE49-F238E27FC236}">
                <a16:creationId xmlns:a16="http://schemas.microsoft.com/office/drawing/2014/main" id="{294EB272-1789-4603-8169-5C59713A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86350"/>
            <a:ext cx="403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Leaky reservoir</a:t>
            </a:r>
          </a:p>
        </p:txBody>
      </p:sp>
      <p:sp>
        <p:nvSpPr>
          <p:cNvPr id="1522" name="reservoir-state-r-0-base">
            <a:extLst xmlns:a="http://schemas.openxmlformats.org/drawingml/2006/main">
              <a:ext uri="{FF2B5EF4-FFF2-40B4-BE49-F238E27FC236}">
                <a16:creationId xmlns:a16="http://schemas.microsoft.com/office/drawing/2014/main" id="{A599E4AD-5BD5-4734-9906-11718EF8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1625" y="5410200"/>
            <a:ext cx="160211" cy="336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75944C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1" i="0">
                <a:solidFill>
                  <a:srgbClr val="75944C"/>
                </a:solidFill>
                <a:latin typeface="Cambria Math"/>
                <a:ea typeface="Cambria Math"/>
                <a:cs typeface="Cambria Math"/>
              </a:rPr>
              <a:t>r</a:t>
            </a:r>
          </a:p>
        </p:txBody>
      </p:sp>
      <p:sp>
        <p:nvSpPr>
          <p:cNvPr id="1523" name="reservoir-state-r-0-sub">
            <a:extLst xmlns:a="http://schemas.openxmlformats.org/drawingml/2006/main">
              <a:ext uri="{FF2B5EF4-FFF2-40B4-BE49-F238E27FC236}">
                <a16:creationId xmlns:a16="http://schemas.microsoft.com/office/drawing/2014/main" id="{1DBA6F11-7D1F-4F45-BD1B-5A1BA157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311" y="5603558"/>
            <a:ext cx="121539" cy="179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27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defRPr>
            </a:pPr>
            <a:r>
              <a:rPr sz="1327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rPr>
              <a:t>t</a:t>
            </a:r>
          </a:p>
        </p:txBody>
      </p:sp>
      <p:cxnSp>
        <p:nvCxnSpPr>
          <p:cNvPr id="3237" name=""/>
          <p:cNvCxnSpPr>
            <a:stCxn xmlns:a="http://schemas.openxmlformats.org/drawingml/2006/main" id="1514" idx="2"/>
            <a:endCxn xmlns:a="http://schemas.openxmlformats.org/drawingml/2006/main" id="1520" idx="0"/>
          </p:cNvCxnSpPr>
          <p:nvPr/>
        </p:nvCxnSpPr>
        <p:spPr>
          <a:xfrm xmlns:a="http://schemas.openxmlformats.org/drawingml/2006/main">
            <a:off x="8572500" y="4543425"/>
            <a:ext cx="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5944C"/>
            </a:solidFill>
            <a:prstDash val="solid"/>
            <a:tailEnd type="triangle" w="sm" len="sm"/>
          </a:ln>
        </p:spPr>
      </p:cxnSp>
      <p:sp>
        <p:nvSpPr>
          <p:cNvPr id="1525" name="fitted-drift">
            <a:extLst xmlns:a="http://schemas.openxmlformats.org/drawingml/2006/main">
              <a:ext uri="{FF2B5EF4-FFF2-40B4-BE49-F238E27FC236}">
                <a16:creationId xmlns:a16="http://schemas.microsoft.com/office/drawing/2014/main" id="{FF8824AD-F430-4502-97DE-90DB8172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19850"/>
            <a:ext cx="1943100" cy="895350"/>
          </a:xfrm>
          <a:prstGeom xmlns:a="http://schemas.openxmlformats.org/drawingml/2006/main" prst="roundRect">
            <a:avLst>
              <a:gd name="adj" fmla="val 11702"/>
            </a:avLst>
          </a:prstGeom>
          <a:solidFill xmlns:a="http://schemas.openxmlformats.org/drawingml/2006/main">
            <a:srgbClr val="EFF5E8"/>
          </a:solidFill>
          <a:ln xmlns:a="http://schemas.openxmlformats.org/drawingml/2006/main" w="16193">
            <a:solidFill>
              <a:srgbClr val="75944C"/>
            </a:solidFill>
            <a:prstDash val="solid"/>
          </a:ln>
        </p:spPr>
      </p:sp>
      <p:sp>
        <p:nvSpPr>
          <p:cNvPr id="1526" name="fitted-drift-label">
            <a:extLst xmlns:a="http://schemas.openxmlformats.org/drawingml/2006/main">
              <a:ext uri="{FF2B5EF4-FFF2-40B4-BE49-F238E27FC236}">
                <a16:creationId xmlns:a16="http://schemas.microsoft.com/office/drawing/2014/main" id="{470E7929-611D-4490-B6F9-0D503517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6467475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Fitted drift</a:t>
            </a:r>
          </a:p>
        </p:txBody>
      </p:sp>
      <p:sp>
        <p:nvSpPr>
          <p:cNvPr id="1527" name="delta-z-hat-0-base">
            <a:extLst xmlns:a="http://schemas.openxmlformats.org/drawingml/2006/main">
              <a:ext uri="{FF2B5EF4-FFF2-40B4-BE49-F238E27FC236}">
                <a16:creationId xmlns:a16="http://schemas.microsoft.com/office/drawing/2014/main" id="{CA84F120-6178-498B-AF81-12A605FC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178" y="6810375"/>
            <a:ext cx="320421" cy="336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75944C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1" i="0">
                <a:solidFill>
                  <a:srgbClr val="75944C"/>
                </a:solidFill>
                <a:latin typeface="Cambria Math"/>
                <a:ea typeface="Cambria Math"/>
                <a:cs typeface="Cambria Math"/>
              </a:rPr>
              <a:t>Δz</a:t>
            </a:r>
          </a:p>
        </p:txBody>
      </p:sp>
      <p:sp>
        <p:nvSpPr>
          <p:cNvPr id="1528" name="delta-z-hat-0-sub">
            <a:extLst xmlns:a="http://schemas.openxmlformats.org/drawingml/2006/main">
              <a:ext uri="{FF2B5EF4-FFF2-40B4-BE49-F238E27FC236}">
                <a16:creationId xmlns:a16="http://schemas.microsoft.com/office/drawing/2014/main" id="{4332CF3F-32BE-45D3-BE78-B82BA1A8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074" y="7003733"/>
            <a:ext cx="298323" cy="179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27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defRPr>
            </a:pPr>
            <a:r>
              <a:rPr sz="1327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rPr>
              <a:t>t+1</a:t>
            </a:r>
          </a:p>
        </p:txBody>
      </p:sp>
      <p:sp>
        <p:nvSpPr>
          <p:cNvPr id="1529" name="delta-z-hat-0-hat">
            <a:extLst xmlns:a="http://schemas.openxmlformats.org/drawingml/2006/main">
              <a:ext uri="{FF2B5EF4-FFF2-40B4-BE49-F238E27FC236}">
                <a16:creationId xmlns:a16="http://schemas.microsoft.com/office/drawing/2014/main" id="{1E8B4BFB-A60E-49EA-9C03-DA0BA9D7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8228" y="6826949"/>
            <a:ext cx="282321" cy="47625"/>
          </a:xfrm>
          <a:custGeom xmlns:a="http://schemas.openxmlformats.org/drawingml/2006/main">
            <a:pathLst>
              <a:path w="282321" h="47625">
                <a:moveTo>
                  <a:pt x="0" y="39053"/>
                </a:moveTo>
                <a:lnTo>
                  <a:pt x="141161" y="0"/>
                </a:lnTo>
                <a:lnTo>
                  <a:pt x="282321" y="39053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75944C"/>
            </a:solidFill>
            <a:prstDash val="solid"/>
          </a:ln>
        </p:spPr>
      </p:sp>
      <p:sp>
        <p:nvSpPr>
          <p:cNvPr id="1530" name="conditional-innovation-covariance">
            <a:extLst xmlns:a="http://schemas.openxmlformats.org/drawingml/2006/main">
              <a:ext uri="{FF2B5EF4-FFF2-40B4-BE49-F238E27FC236}">
                <a16:creationId xmlns:a16="http://schemas.microsoft.com/office/drawing/2014/main" id="{8B748E2F-B353-41A2-95F1-4F16E589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6419850"/>
            <a:ext cx="1943100" cy="895350"/>
          </a:xfrm>
          <a:prstGeom xmlns:a="http://schemas.openxmlformats.org/drawingml/2006/main" prst="roundRect">
            <a:avLst>
              <a:gd name="adj" fmla="val 11702"/>
            </a:avLst>
          </a:prstGeom>
          <a:solidFill xmlns:a="http://schemas.openxmlformats.org/drawingml/2006/main">
            <a:srgbClr val="EFF5E8"/>
          </a:solidFill>
          <a:ln xmlns:a="http://schemas.openxmlformats.org/drawingml/2006/main" w="16193">
            <a:solidFill>
              <a:srgbClr val="75944C"/>
            </a:solidFill>
            <a:prstDash val="solid"/>
          </a:ln>
        </p:spPr>
      </p:sp>
      <p:sp>
        <p:nvSpPr>
          <p:cNvPr id="1531" name="conditional-innovation-label">
            <a:extLst xmlns:a="http://schemas.openxmlformats.org/drawingml/2006/main">
              <a:ext uri="{FF2B5EF4-FFF2-40B4-BE49-F238E27FC236}">
                <a16:creationId xmlns:a16="http://schemas.microsoft.com/office/drawing/2014/main" id="{EB9628E6-116A-47DF-9461-F55B6E3C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6467475"/>
            <a:ext cx="1828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Conditional innovation</a:t>
            </a:r>
          </a:p>
          <a:p xmlns:a="http://schemas.openxmlformats.org/drawingml/2006/main">
            <a:pPr algn="ctr">
              <a:defRPr sz="1500" b="0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covariance</a:t>
            </a:r>
          </a:p>
        </p:txBody>
      </p:sp>
      <p:sp>
        <p:nvSpPr>
          <p:cNvPr id="1532" name="conditional-Q-0-base">
            <a:extLst xmlns:a="http://schemas.openxmlformats.org/drawingml/2006/main">
              <a:ext uri="{FF2B5EF4-FFF2-40B4-BE49-F238E27FC236}">
                <a16:creationId xmlns:a16="http://schemas.microsoft.com/office/drawing/2014/main" id="{82085384-D406-4D18-B2E6-391D9A68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7122" y="6953250"/>
            <a:ext cx="252413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rPr>
              <a:t>Q(</a:t>
            </a:r>
          </a:p>
        </p:txBody>
      </p:sp>
      <p:sp>
        <p:nvSpPr>
          <p:cNvPr id="1533" name="conditional-Q-1-base">
            <a:extLst xmlns:a="http://schemas.openxmlformats.org/drawingml/2006/main">
              <a:ext uri="{FF2B5EF4-FFF2-40B4-BE49-F238E27FC236}">
                <a16:creationId xmlns:a16="http://schemas.microsoft.com/office/drawing/2014/main" id="{D5CB3A45-5245-4CE2-9EB2-74479B08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8109" y="6953250"/>
            <a:ext cx="138112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75944C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1" i="0">
                <a:solidFill>
                  <a:srgbClr val="75944C"/>
                </a:solidFill>
                <a:latin typeface="Cambria Math"/>
                <a:ea typeface="Cambria Math"/>
                <a:cs typeface="Cambria Math"/>
              </a:rPr>
              <a:t>φ</a:t>
            </a:r>
          </a:p>
        </p:txBody>
      </p:sp>
      <p:sp>
        <p:nvSpPr>
          <p:cNvPr id="1534" name="conditional-Q-1-sub">
            <a:extLst xmlns:a="http://schemas.openxmlformats.org/drawingml/2006/main">
              <a:ext uri="{FF2B5EF4-FFF2-40B4-BE49-F238E27FC236}">
                <a16:creationId xmlns:a16="http://schemas.microsoft.com/office/drawing/2014/main" id="{A5E83195-FC87-4353-9BB0-F33D9EA2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6697" y="7119938"/>
            <a:ext cx="104775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44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defRPr>
            </a:pPr>
            <a:r>
              <a:rPr sz="1144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rPr>
              <a:t>t</a:t>
            </a:r>
          </a:p>
        </p:txBody>
      </p:sp>
      <p:sp>
        <p:nvSpPr>
          <p:cNvPr id="1535" name="conditional-Q-1-tilde">
            <a:extLst xmlns:a="http://schemas.openxmlformats.org/drawingml/2006/main">
              <a:ext uri="{FF2B5EF4-FFF2-40B4-BE49-F238E27FC236}">
                <a16:creationId xmlns:a16="http://schemas.microsoft.com/office/drawing/2014/main" id="{A785DFEF-C31C-42C9-9279-32C56AE2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7634" y="6965156"/>
            <a:ext cx="119062" cy="52388"/>
          </a:xfrm>
          <a:custGeom xmlns:a="http://schemas.openxmlformats.org/drawingml/2006/main">
            <a:pathLst>
              <a:path w="119062" h="52388">
                <a:moveTo>
                  <a:pt x="0" y="39291"/>
                </a:moveTo>
                <a:lnTo>
                  <a:pt x="21431" y="11525"/>
                </a:lnTo>
                <a:lnTo>
                  <a:pt x="42862" y="8906"/>
                </a:lnTo>
                <a:lnTo>
                  <a:pt x="71437" y="37719"/>
                </a:lnTo>
                <a:lnTo>
                  <a:pt x="95250" y="40862"/>
                </a:lnTo>
                <a:lnTo>
                  <a:pt x="119062" y="11525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75944C"/>
            </a:solidFill>
            <a:prstDash val="solid"/>
          </a:ln>
        </p:spPr>
      </p:sp>
      <p:sp>
        <p:nvSpPr>
          <p:cNvPr id="1536" name="conditional-Q-2-base">
            <a:extLst xmlns:a="http://schemas.openxmlformats.org/drawingml/2006/main">
              <a:ext uri="{FF2B5EF4-FFF2-40B4-BE49-F238E27FC236}">
                <a16:creationId xmlns:a16="http://schemas.microsoft.com/office/drawing/2014/main" id="{D04B0480-E06C-44C4-9E9A-6E3CFFAF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997" y="6953250"/>
            <a:ext cx="126206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cxnSp>
        <p:nvCxnSpPr>
          <p:cNvPr id="3250" name=""/>
          <p:cNvCxnSpPr>
            <a:stCxn xmlns:a="http://schemas.openxmlformats.org/drawingml/2006/main" id="1520" idx="2"/>
            <a:endCxn xmlns:a="http://schemas.openxmlformats.org/drawingml/2006/main" id="1525" idx="0"/>
          </p:cNvCxnSpPr>
          <p:nvPr/>
        </p:nvCxnSpPr>
        <p:spPr>
          <a:xfrm xmlns:a="http://schemas.openxmlformats.org/drawingml/2006/main" flipH="1">
            <a:off x="7448550" y="5876925"/>
            <a:ext cx="1123950" cy="5429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75944C"/>
            </a:solidFill>
            <a:prstDash val="solid"/>
            <a:tailEnd type="triangle" w="sm" len="sm"/>
          </a:ln>
        </p:spPr>
      </p:cxnSp>
      <p:cxnSp>
        <p:nvCxnSpPr>
          <p:cNvPr id="3251" name=""/>
          <p:cNvCxnSpPr>
            <a:stCxn xmlns:a="http://schemas.openxmlformats.org/drawingml/2006/main" id="1520" idx="2"/>
            <a:endCxn xmlns:a="http://schemas.openxmlformats.org/drawingml/2006/main" id="1530" idx="0"/>
          </p:cNvCxnSpPr>
          <p:nvPr/>
        </p:nvCxnSpPr>
        <p:spPr>
          <a:xfrm xmlns:a="http://schemas.openxmlformats.org/drawingml/2006/main">
            <a:off x="8572500" y="5876925"/>
            <a:ext cx="1123950" cy="5429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75944C"/>
            </a:solidFill>
            <a:prstDash val="solid"/>
            <a:tailEnd type="triangle" w="sm" len="sm"/>
          </a:ln>
        </p:spPr>
      </p:cxnSp>
      <p:sp>
        <p:nvSpPr>
          <p:cNvPr id="1539" name="frozen-recurrence">
            <a:extLst xmlns:a="http://schemas.openxmlformats.org/drawingml/2006/main">
              <a:ext uri="{FF2B5EF4-FFF2-40B4-BE49-F238E27FC236}">
                <a16:creationId xmlns:a16="http://schemas.microsoft.com/office/drawing/2014/main" id="{F80DC0C3-D80E-493B-B1B5-5B16E0F2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848600"/>
            <a:ext cx="4191000" cy="714375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F9FBF6"/>
          </a:solidFill>
          <a:ln xmlns:a="http://schemas.openxmlformats.org/drawingml/2006/main" w="16193">
            <a:solidFill>
              <a:srgbClr val="75944C"/>
            </a:solidFill>
            <a:prstDash val="solid"/>
          </a:ln>
        </p:spPr>
      </p:sp>
      <p:sp>
        <p:nvSpPr>
          <p:cNvPr id="1540" name="recurrence-heading">
            <a:extLst xmlns:a="http://schemas.openxmlformats.org/drawingml/2006/main">
              <a:ext uri="{FF2B5EF4-FFF2-40B4-BE49-F238E27FC236}">
                <a16:creationId xmlns:a16="http://schemas.microsoft.com/office/drawing/2014/main" id="{E4A7A13B-C00F-4018-BB78-35593E9C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7896225"/>
            <a:ext cx="403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Frozen stochastic recurrence</a:t>
            </a:r>
          </a:p>
        </p:txBody>
      </p:sp>
      <p:sp>
        <p:nvSpPr>
          <p:cNvPr id="1541" name="frozen-Phi-0-base">
            <a:extLst xmlns:a="http://schemas.openxmlformats.org/drawingml/2006/main">
              <a:ext uri="{FF2B5EF4-FFF2-40B4-BE49-F238E27FC236}">
                <a16:creationId xmlns:a16="http://schemas.microsoft.com/office/drawing/2014/main" id="{7799C23E-D611-4BB3-9F2D-8D8F5313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1625" y="8210550"/>
            <a:ext cx="160211" cy="336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rPr>
              <a:t>Φ</a:t>
            </a:r>
          </a:p>
        </p:txBody>
      </p:sp>
      <p:sp>
        <p:nvSpPr>
          <p:cNvPr id="1542" name="frozen-Phi-0-sub">
            <a:extLst xmlns:a="http://schemas.openxmlformats.org/drawingml/2006/main">
              <a:ext uri="{FF2B5EF4-FFF2-40B4-BE49-F238E27FC236}">
                <a16:creationId xmlns:a16="http://schemas.microsoft.com/office/drawing/2014/main" id="{D5BEE19B-0CC0-492D-A395-628A645D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311" y="8403908"/>
            <a:ext cx="121539" cy="179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27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defRPr>
            </a:pPr>
            <a:r>
              <a:rPr sz="1327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rPr>
              <a:t>θ</a:t>
            </a:r>
          </a:p>
        </p:txBody>
      </p:sp>
      <p:cxnSp>
        <p:nvCxnSpPr>
          <p:cNvPr id="3256" name=""/>
          <p:cNvCxnSpPr>
            <a:stCxn xmlns:a="http://schemas.openxmlformats.org/drawingml/2006/main" id="1525" idx="2"/>
            <a:endCxn xmlns:a="http://schemas.openxmlformats.org/drawingml/2006/main" id="1539" idx="0"/>
          </p:cNvCxnSpPr>
          <p:nvPr/>
        </p:nvCxnSpPr>
        <p:spPr>
          <a:xfrm xmlns:a="http://schemas.openxmlformats.org/drawingml/2006/main">
            <a:off x="7448550" y="7315200"/>
            <a:ext cx="1123950" cy="533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75944C"/>
            </a:solidFill>
            <a:prstDash val="solid"/>
            <a:tailEnd type="triangle" w="sm" len="sm"/>
          </a:ln>
        </p:spPr>
      </p:cxnSp>
      <p:cxnSp>
        <p:nvCxnSpPr>
          <p:cNvPr id="3257" name=""/>
          <p:cNvCxnSpPr>
            <a:stCxn xmlns:a="http://schemas.openxmlformats.org/drawingml/2006/main" id="1530" idx="2"/>
            <a:endCxn xmlns:a="http://schemas.openxmlformats.org/drawingml/2006/main" id="1539" idx="0"/>
          </p:cNvCxnSpPr>
          <p:nvPr/>
        </p:nvCxnSpPr>
        <p:spPr>
          <a:xfrm xmlns:a="http://schemas.openxmlformats.org/drawingml/2006/main" flipH="1">
            <a:off x="8572500" y="7315200"/>
            <a:ext cx="1123950" cy="533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75944C"/>
            </a:solidFill>
            <a:prstDash val="solid"/>
            <a:tailEnd type="triangle" w="sm" len="sm"/>
          </a:ln>
        </p:spPr>
      </p:cxnSp>
      <p:sp>
        <p:nvSpPr>
          <p:cNvPr id="1545" name="free-Particle 1">
            <a:extLst xmlns:a="http://schemas.openxmlformats.org/drawingml/2006/main">
              <a:ext uri="{FF2B5EF4-FFF2-40B4-BE49-F238E27FC236}">
                <a16:creationId xmlns:a16="http://schemas.microsoft.com/office/drawing/2014/main" id="{040514E1-A0B1-461E-972A-F9369801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9029700"/>
            <a:ext cx="4152900" cy="1202201"/>
          </a:xfrm>
          <a:custGeom xmlns:a="http://schemas.openxmlformats.org/drawingml/2006/main">
            <a:pathLst>
              <a:path w="4152900" h="1202201">
                <a:moveTo>
                  <a:pt x="0" y="444846"/>
                </a:moveTo>
                <a:lnTo>
                  <a:pt x="16222" y="380630"/>
                </a:lnTo>
                <a:lnTo>
                  <a:pt x="32445" y="332826"/>
                </a:lnTo>
                <a:lnTo>
                  <a:pt x="48667" y="319233"/>
                </a:lnTo>
                <a:lnTo>
                  <a:pt x="64889" y="372710"/>
                </a:lnTo>
                <a:lnTo>
                  <a:pt x="81111" y="450385"/>
                </a:lnTo>
                <a:lnTo>
                  <a:pt x="97334" y="559316"/>
                </a:lnTo>
                <a:lnTo>
                  <a:pt x="113556" y="643205"/>
                </a:lnTo>
                <a:lnTo>
                  <a:pt x="129778" y="707235"/>
                </a:lnTo>
                <a:lnTo>
                  <a:pt x="146000" y="740058"/>
                </a:lnTo>
                <a:lnTo>
                  <a:pt x="162223" y="740180"/>
                </a:lnTo>
                <a:lnTo>
                  <a:pt x="178445" y="738251"/>
                </a:lnTo>
                <a:lnTo>
                  <a:pt x="194667" y="797995"/>
                </a:lnTo>
                <a:lnTo>
                  <a:pt x="210889" y="828199"/>
                </a:lnTo>
                <a:lnTo>
                  <a:pt x="227112" y="834393"/>
                </a:lnTo>
                <a:lnTo>
                  <a:pt x="243334" y="820109"/>
                </a:lnTo>
                <a:lnTo>
                  <a:pt x="259556" y="817690"/>
                </a:lnTo>
                <a:lnTo>
                  <a:pt x="275779" y="786795"/>
                </a:lnTo>
                <a:lnTo>
                  <a:pt x="292001" y="702155"/>
                </a:lnTo>
                <a:lnTo>
                  <a:pt x="308223" y="622464"/>
                </a:lnTo>
                <a:lnTo>
                  <a:pt x="324445" y="573412"/>
                </a:lnTo>
                <a:lnTo>
                  <a:pt x="340668" y="549327"/>
                </a:lnTo>
                <a:lnTo>
                  <a:pt x="356890" y="545567"/>
                </a:lnTo>
                <a:lnTo>
                  <a:pt x="373112" y="557522"/>
                </a:lnTo>
                <a:lnTo>
                  <a:pt x="389334" y="566802"/>
                </a:lnTo>
                <a:lnTo>
                  <a:pt x="405557" y="590585"/>
                </a:lnTo>
                <a:lnTo>
                  <a:pt x="421779" y="605235"/>
                </a:lnTo>
                <a:lnTo>
                  <a:pt x="438001" y="614872"/>
                </a:lnTo>
                <a:lnTo>
                  <a:pt x="454223" y="641936"/>
                </a:lnTo>
                <a:lnTo>
                  <a:pt x="470446" y="656490"/>
                </a:lnTo>
                <a:lnTo>
                  <a:pt x="486668" y="720107"/>
                </a:lnTo>
                <a:lnTo>
                  <a:pt x="502890" y="794204"/>
                </a:lnTo>
                <a:lnTo>
                  <a:pt x="519113" y="827364"/>
                </a:lnTo>
                <a:lnTo>
                  <a:pt x="535335" y="862919"/>
                </a:lnTo>
                <a:lnTo>
                  <a:pt x="551557" y="879787"/>
                </a:lnTo>
                <a:lnTo>
                  <a:pt x="567779" y="907650"/>
                </a:lnTo>
                <a:lnTo>
                  <a:pt x="584002" y="888174"/>
                </a:lnTo>
                <a:lnTo>
                  <a:pt x="600224" y="830414"/>
                </a:lnTo>
                <a:lnTo>
                  <a:pt x="616446" y="772158"/>
                </a:lnTo>
                <a:lnTo>
                  <a:pt x="632668" y="709573"/>
                </a:lnTo>
                <a:lnTo>
                  <a:pt x="648891" y="678138"/>
                </a:lnTo>
                <a:lnTo>
                  <a:pt x="665113" y="663902"/>
                </a:lnTo>
                <a:lnTo>
                  <a:pt x="681335" y="680221"/>
                </a:lnTo>
                <a:lnTo>
                  <a:pt x="697557" y="757730"/>
                </a:lnTo>
                <a:lnTo>
                  <a:pt x="713780" y="834167"/>
                </a:lnTo>
                <a:lnTo>
                  <a:pt x="730002" y="897172"/>
                </a:lnTo>
                <a:lnTo>
                  <a:pt x="746224" y="926019"/>
                </a:lnTo>
                <a:lnTo>
                  <a:pt x="762446" y="893063"/>
                </a:lnTo>
                <a:lnTo>
                  <a:pt x="778669" y="812273"/>
                </a:lnTo>
                <a:lnTo>
                  <a:pt x="794891" y="720511"/>
                </a:lnTo>
                <a:lnTo>
                  <a:pt x="811113" y="640594"/>
                </a:lnTo>
                <a:lnTo>
                  <a:pt x="827336" y="606772"/>
                </a:lnTo>
                <a:lnTo>
                  <a:pt x="843558" y="612626"/>
                </a:lnTo>
                <a:lnTo>
                  <a:pt x="859780" y="639355"/>
                </a:lnTo>
                <a:lnTo>
                  <a:pt x="876002" y="686752"/>
                </a:lnTo>
                <a:lnTo>
                  <a:pt x="892225" y="703758"/>
                </a:lnTo>
                <a:lnTo>
                  <a:pt x="908447" y="686037"/>
                </a:lnTo>
                <a:lnTo>
                  <a:pt x="924669" y="625453"/>
                </a:lnTo>
                <a:lnTo>
                  <a:pt x="940891" y="545507"/>
                </a:lnTo>
                <a:lnTo>
                  <a:pt x="957114" y="471868"/>
                </a:lnTo>
                <a:lnTo>
                  <a:pt x="973336" y="430053"/>
                </a:lnTo>
                <a:lnTo>
                  <a:pt x="989558" y="415085"/>
                </a:lnTo>
                <a:lnTo>
                  <a:pt x="1005780" y="452500"/>
                </a:lnTo>
                <a:lnTo>
                  <a:pt x="1022003" y="523020"/>
                </a:lnTo>
                <a:lnTo>
                  <a:pt x="1038225" y="596803"/>
                </a:lnTo>
                <a:lnTo>
                  <a:pt x="1054447" y="655535"/>
                </a:lnTo>
                <a:lnTo>
                  <a:pt x="1070670" y="667484"/>
                </a:lnTo>
                <a:lnTo>
                  <a:pt x="1086892" y="637619"/>
                </a:lnTo>
                <a:lnTo>
                  <a:pt x="1103114" y="600554"/>
                </a:lnTo>
                <a:lnTo>
                  <a:pt x="1119336" y="576992"/>
                </a:lnTo>
                <a:lnTo>
                  <a:pt x="1135559" y="538859"/>
                </a:lnTo>
                <a:lnTo>
                  <a:pt x="1151781" y="495791"/>
                </a:lnTo>
                <a:lnTo>
                  <a:pt x="1168003" y="444950"/>
                </a:lnTo>
                <a:lnTo>
                  <a:pt x="1184225" y="396741"/>
                </a:lnTo>
                <a:lnTo>
                  <a:pt x="1200448" y="345806"/>
                </a:lnTo>
                <a:lnTo>
                  <a:pt x="1216670" y="314836"/>
                </a:lnTo>
                <a:lnTo>
                  <a:pt x="1232892" y="331965"/>
                </a:lnTo>
                <a:lnTo>
                  <a:pt x="1249114" y="397090"/>
                </a:lnTo>
                <a:lnTo>
                  <a:pt x="1265337" y="504727"/>
                </a:lnTo>
                <a:lnTo>
                  <a:pt x="1281559" y="605348"/>
                </a:lnTo>
                <a:lnTo>
                  <a:pt x="1297781" y="669866"/>
                </a:lnTo>
                <a:lnTo>
                  <a:pt x="1314004" y="708761"/>
                </a:lnTo>
                <a:lnTo>
                  <a:pt x="1330226" y="711880"/>
                </a:lnTo>
                <a:lnTo>
                  <a:pt x="1346448" y="698648"/>
                </a:lnTo>
                <a:lnTo>
                  <a:pt x="1362670" y="689604"/>
                </a:lnTo>
                <a:lnTo>
                  <a:pt x="1378893" y="686268"/>
                </a:lnTo>
                <a:lnTo>
                  <a:pt x="1395115" y="692385"/>
                </a:lnTo>
                <a:lnTo>
                  <a:pt x="1411337" y="707715"/>
                </a:lnTo>
                <a:lnTo>
                  <a:pt x="1427559" y="702611"/>
                </a:lnTo>
                <a:lnTo>
                  <a:pt x="1443782" y="679317"/>
                </a:lnTo>
                <a:lnTo>
                  <a:pt x="1460004" y="633203"/>
                </a:lnTo>
                <a:lnTo>
                  <a:pt x="1476226" y="588227"/>
                </a:lnTo>
                <a:lnTo>
                  <a:pt x="1492448" y="535224"/>
                </a:lnTo>
                <a:lnTo>
                  <a:pt x="1508671" y="502693"/>
                </a:lnTo>
                <a:lnTo>
                  <a:pt x="1524893" y="496880"/>
                </a:lnTo>
                <a:lnTo>
                  <a:pt x="1541115" y="489440"/>
                </a:lnTo>
                <a:lnTo>
                  <a:pt x="1557338" y="504510"/>
                </a:lnTo>
                <a:lnTo>
                  <a:pt x="1573560" y="526688"/>
                </a:lnTo>
                <a:lnTo>
                  <a:pt x="1589782" y="591478"/>
                </a:lnTo>
                <a:lnTo>
                  <a:pt x="1606004" y="653383"/>
                </a:lnTo>
                <a:lnTo>
                  <a:pt x="1622227" y="684447"/>
                </a:lnTo>
                <a:lnTo>
                  <a:pt x="1638449" y="677947"/>
                </a:lnTo>
                <a:lnTo>
                  <a:pt x="1654671" y="653998"/>
                </a:lnTo>
                <a:lnTo>
                  <a:pt x="1670893" y="593617"/>
                </a:lnTo>
                <a:lnTo>
                  <a:pt x="1687116" y="556932"/>
                </a:lnTo>
                <a:lnTo>
                  <a:pt x="1703338" y="522836"/>
                </a:lnTo>
                <a:lnTo>
                  <a:pt x="1719560" y="517209"/>
                </a:lnTo>
                <a:lnTo>
                  <a:pt x="1735782" y="541242"/>
                </a:lnTo>
                <a:lnTo>
                  <a:pt x="1752005" y="571852"/>
                </a:lnTo>
                <a:lnTo>
                  <a:pt x="1768227" y="599332"/>
                </a:lnTo>
                <a:lnTo>
                  <a:pt x="1784449" y="582575"/>
                </a:lnTo>
                <a:lnTo>
                  <a:pt x="1800671" y="554164"/>
                </a:lnTo>
                <a:lnTo>
                  <a:pt x="1816894" y="522527"/>
                </a:lnTo>
                <a:lnTo>
                  <a:pt x="1833116" y="494674"/>
                </a:lnTo>
                <a:lnTo>
                  <a:pt x="1849338" y="484753"/>
                </a:lnTo>
                <a:lnTo>
                  <a:pt x="1865561" y="489420"/>
                </a:lnTo>
                <a:lnTo>
                  <a:pt x="1881783" y="509526"/>
                </a:lnTo>
                <a:lnTo>
                  <a:pt x="1898005" y="479812"/>
                </a:lnTo>
                <a:lnTo>
                  <a:pt x="1914227" y="477778"/>
                </a:lnTo>
                <a:lnTo>
                  <a:pt x="1930450" y="493330"/>
                </a:lnTo>
                <a:lnTo>
                  <a:pt x="1946672" y="459015"/>
                </a:lnTo>
                <a:lnTo>
                  <a:pt x="1962894" y="452095"/>
                </a:lnTo>
                <a:lnTo>
                  <a:pt x="1979116" y="457837"/>
                </a:lnTo>
                <a:lnTo>
                  <a:pt x="1995339" y="494723"/>
                </a:lnTo>
                <a:lnTo>
                  <a:pt x="2011561" y="540768"/>
                </a:lnTo>
                <a:lnTo>
                  <a:pt x="2027783" y="555031"/>
                </a:lnTo>
                <a:lnTo>
                  <a:pt x="2044005" y="543573"/>
                </a:lnTo>
                <a:lnTo>
                  <a:pt x="2060228" y="545075"/>
                </a:lnTo>
                <a:lnTo>
                  <a:pt x="2076450" y="529024"/>
                </a:lnTo>
                <a:lnTo>
                  <a:pt x="2092672" y="512056"/>
                </a:lnTo>
                <a:lnTo>
                  <a:pt x="2108895" y="489924"/>
                </a:lnTo>
                <a:lnTo>
                  <a:pt x="2125117" y="492152"/>
                </a:lnTo>
                <a:lnTo>
                  <a:pt x="2141339" y="495208"/>
                </a:lnTo>
                <a:lnTo>
                  <a:pt x="2157561" y="554921"/>
                </a:lnTo>
                <a:lnTo>
                  <a:pt x="2173784" y="646255"/>
                </a:lnTo>
                <a:lnTo>
                  <a:pt x="2190006" y="758452"/>
                </a:lnTo>
                <a:lnTo>
                  <a:pt x="2206228" y="834966"/>
                </a:lnTo>
                <a:lnTo>
                  <a:pt x="2222450" y="887601"/>
                </a:lnTo>
                <a:lnTo>
                  <a:pt x="2238673" y="879169"/>
                </a:lnTo>
                <a:lnTo>
                  <a:pt x="2254895" y="809280"/>
                </a:lnTo>
                <a:lnTo>
                  <a:pt x="2271117" y="701596"/>
                </a:lnTo>
                <a:lnTo>
                  <a:pt x="2287339" y="551768"/>
                </a:lnTo>
                <a:lnTo>
                  <a:pt x="2303562" y="424480"/>
                </a:lnTo>
                <a:lnTo>
                  <a:pt x="2319784" y="322387"/>
                </a:lnTo>
                <a:lnTo>
                  <a:pt x="2336006" y="250681"/>
                </a:lnTo>
                <a:lnTo>
                  <a:pt x="2352229" y="198399"/>
                </a:lnTo>
                <a:lnTo>
                  <a:pt x="2368451" y="195069"/>
                </a:lnTo>
                <a:lnTo>
                  <a:pt x="2384673" y="245890"/>
                </a:lnTo>
                <a:lnTo>
                  <a:pt x="2400895" y="387243"/>
                </a:lnTo>
                <a:lnTo>
                  <a:pt x="2417118" y="535531"/>
                </a:lnTo>
                <a:lnTo>
                  <a:pt x="2433340" y="687543"/>
                </a:lnTo>
                <a:lnTo>
                  <a:pt x="2449562" y="820117"/>
                </a:lnTo>
                <a:lnTo>
                  <a:pt x="2465784" y="902319"/>
                </a:lnTo>
                <a:lnTo>
                  <a:pt x="2482007" y="935168"/>
                </a:lnTo>
                <a:lnTo>
                  <a:pt x="2498229" y="932358"/>
                </a:lnTo>
                <a:lnTo>
                  <a:pt x="2514451" y="878721"/>
                </a:lnTo>
                <a:lnTo>
                  <a:pt x="2530673" y="819893"/>
                </a:lnTo>
                <a:lnTo>
                  <a:pt x="2546896" y="726217"/>
                </a:lnTo>
                <a:lnTo>
                  <a:pt x="2563118" y="637607"/>
                </a:lnTo>
                <a:lnTo>
                  <a:pt x="2579340" y="577034"/>
                </a:lnTo>
                <a:lnTo>
                  <a:pt x="2595563" y="559380"/>
                </a:lnTo>
                <a:lnTo>
                  <a:pt x="2611785" y="587167"/>
                </a:lnTo>
                <a:lnTo>
                  <a:pt x="2628007" y="640381"/>
                </a:lnTo>
                <a:lnTo>
                  <a:pt x="2644229" y="699371"/>
                </a:lnTo>
                <a:lnTo>
                  <a:pt x="2660452" y="732576"/>
                </a:lnTo>
                <a:lnTo>
                  <a:pt x="2676674" y="708459"/>
                </a:lnTo>
                <a:lnTo>
                  <a:pt x="2692896" y="682032"/>
                </a:lnTo>
                <a:lnTo>
                  <a:pt x="2709118" y="647201"/>
                </a:lnTo>
                <a:lnTo>
                  <a:pt x="2725341" y="655680"/>
                </a:lnTo>
                <a:lnTo>
                  <a:pt x="2741563" y="668568"/>
                </a:lnTo>
                <a:lnTo>
                  <a:pt x="2757785" y="730958"/>
                </a:lnTo>
                <a:lnTo>
                  <a:pt x="2774007" y="799096"/>
                </a:lnTo>
                <a:lnTo>
                  <a:pt x="2790230" y="800301"/>
                </a:lnTo>
                <a:lnTo>
                  <a:pt x="2806452" y="734057"/>
                </a:lnTo>
                <a:lnTo>
                  <a:pt x="2822674" y="598423"/>
                </a:lnTo>
                <a:lnTo>
                  <a:pt x="2838896" y="445601"/>
                </a:lnTo>
                <a:lnTo>
                  <a:pt x="2855119" y="336686"/>
                </a:lnTo>
                <a:lnTo>
                  <a:pt x="2871341" y="282568"/>
                </a:lnTo>
                <a:lnTo>
                  <a:pt x="2887563" y="302853"/>
                </a:lnTo>
                <a:lnTo>
                  <a:pt x="2903786" y="383334"/>
                </a:lnTo>
                <a:lnTo>
                  <a:pt x="2920008" y="490063"/>
                </a:lnTo>
                <a:lnTo>
                  <a:pt x="2936230" y="627060"/>
                </a:lnTo>
                <a:lnTo>
                  <a:pt x="2952452" y="700049"/>
                </a:lnTo>
                <a:lnTo>
                  <a:pt x="2968675" y="709938"/>
                </a:lnTo>
                <a:lnTo>
                  <a:pt x="2984897" y="649264"/>
                </a:lnTo>
                <a:lnTo>
                  <a:pt x="3001119" y="567126"/>
                </a:lnTo>
                <a:lnTo>
                  <a:pt x="3017341" y="507743"/>
                </a:lnTo>
                <a:lnTo>
                  <a:pt x="3033564" y="481522"/>
                </a:lnTo>
                <a:lnTo>
                  <a:pt x="3049786" y="476239"/>
                </a:lnTo>
                <a:lnTo>
                  <a:pt x="3066008" y="509933"/>
                </a:lnTo>
                <a:lnTo>
                  <a:pt x="3082230" y="556504"/>
                </a:lnTo>
                <a:lnTo>
                  <a:pt x="3098453" y="588710"/>
                </a:lnTo>
                <a:lnTo>
                  <a:pt x="3114675" y="553017"/>
                </a:lnTo>
                <a:lnTo>
                  <a:pt x="3130897" y="494399"/>
                </a:lnTo>
                <a:lnTo>
                  <a:pt x="3147120" y="415723"/>
                </a:lnTo>
                <a:lnTo>
                  <a:pt x="3163342" y="355346"/>
                </a:lnTo>
                <a:lnTo>
                  <a:pt x="3179564" y="320097"/>
                </a:lnTo>
                <a:lnTo>
                  <a:pt x="3195786" y="280819"/>
                </a:lnTo>
                <a:lnTo>
                  <a:pt x="3212009" y="301754"/>
                </a:lnTo>
                <a:lnTo>
                  <a:pt x="3228231" y="340703"/>
                </a:lnTo>
                <a:lnTo>
                  <a:pt x="3244453" y="388489"/>
                </a:lnTo>
                <a:lnTo>
                  <a:pt x="3260675" y="476419"/>
                </a:lnTo>
                <a:lnTo>
                  <a:pt x="3276898" y="561975"/>
                </a:lnTo>
                <a:lnTo>
                  <a:pt x="3293120" y="670546"/>
                </a:lnTo>
                <a:lnTo>
                  <a:pt x="3309342" y="770019"/>
                </a:lnTo>
                <a:lnTo>
                  <a:pt x="3325564" y="849402"/>
                </a:lnTo>
                <a:lnTo>
                  <a:pt x="3341787" y="897805"/>
                </a:lnTo>
                <a:lnTo>
                  <a:pt x="3358009" y="912989"/>
                </a:lnTo>
                <a:lnTo>
                  <a:pt x="3374231" y="928273"/>
                </a:lnTo>
                <a:lnTo>
                  <a:pt x="3390454" y="918278"/>
                </a:lnTo>
                <a:lnTo>
                  <a:pt x="3406676" y="906028"/>
                </a:lnTo>
                <a:lnTo>
                  <a:pt x="3422898" y="888742"/>
                </a:lnTo>
                <a:lnTo>
                  <a:pt x="3439120" y="855518"/>
                </a:lnTo>
                <a:lnTo>
                  <a:pt x="3455343" y="813968"/>
                </a:lnTo>
                <a:lnTo>
                  <a:pt x="3471565" y="768136"/>
                </a:lnTo>
                <a:lnTo>
                  <a:pt x="3487787" y="756551"/>
                </a:lnTo>
                <a:lnTo>
                  <a:pt x="3504009" y="745677"/>
                </a:lnTo>
                <a:lnTo>
                  <a:pt x="3520232" y="716801"/>
                </a:lnTo>
                <a:lnTo>
                  <a:pt x="3536454" y="693430"/>
                </a:lnTo>
                <a:lnTo>
                  <a:pt x="3552676" y="706083"/>
                </a:lnTo>
                <a:lnTo>
                  <a:pt x="3568898" y="710711"/>
                </a:lnTo>
                <a:lnTo>
                  <a:pt x="3585121" y="760930"/>
                </a:lnTo>
                <a:lnTo>
                  <a:pt x="3601343" y="835952"/>
                </a:lnTo>
                <a:lnTo>
                  <a:pt x="3617565" y="916622"/>
                </a:lnTo>
                <a:lnTo>
                  <a:pt x="3633788" y="1039922"/>
                </a:lnTo>
                <a:lnTo>
                  <a:pt x="3650010" y="1078658"/>
                </a:lnTo>
                <a:lnTo>
                  <a:pt x="3666232" y="1083803"/>
                </a:lnTo>
                <a:lnTo>
                  <a:pt x="3682454" y="1037138"/>
                </a:lnTo>
                <a:lnTo>
                  <a:pt x="3698677" y="923062"/>
                </a:lnTo>
                <a:lnTo>
                  <a:pt x="3714899" y="800221"/>
                </a:lnTo>
                <a:lnTo>
                  <a:pt x="3731121" y="664041"/>
                </a:lnTo>
                <a:lnTo>
                  <a:pt x="3747343" y="556760"/>
                </a:lnTo>
                <a:lnTo>
                  <a:pt x="3763566" y="472573"/>
                </a:lnTo>
                <a:lnTo>
                  <a:pt x="3779788" y="448534"/>
                </a:lnTo>
                <a:lnTo>
                  <a:pt x="3796010" y="464151"/>
                </a:lnTo>
                <a:lnTo>
                  <a:pt x="3812232" y="508673"/>
                </a:lnTo>
                <a:lnTo>
                  <a:pt x="3828455" y="555826"/>
                </a:lnTo>
                <a:lnTo>
                  <a:pt x="3844677" y="548434"/>
                </a:lnTo>
                <a:lnTo>
                  <a:pt x="3860899" y="517112"/>
                </a:lnTo>
                <a:lnTo>
                  <a:pt x="3877121" y="479638"/>
                </a:lnTo>
                <a:lnTo>
                  <a:pt x="3893344" y="436850"/>
                </a:lnTo>
                <a:lnTo>
                  <a:pt x="3909566" y="436110"/>
                </a:lnTo>
                <a:lnTo>
                  <a:pt x="3925788" y="453802"/>
                </a:lnTo>
                <a:lnTo>
                  <a:pt x="3942011" y="509357"/>
                </a:lnTo>
                <a:lnTo>
                  <a:pt x="3958233" y="608051"/>
                </a:lnTo>
                <a:lnTo>
                  <a:pt x="3974455" y="737023"/>
                </a:lnTo>
                <a:lnTo>
                  <a:pt x="3990677" y="841612"/>
                </a:lnTo>
                <a:lnTo>
                  <a:pt x="4006900" y="909263"/>
                </a:lnTo>
                <a:lnTo>
                  <a:pt x="4023122" y="929179"/>
                </a:lnTo>
                <a:lnTo>
                  <a:pt x="4039344" y="851536"/>
                </a:lnTo>
                <a:lnTo>
                  <a:pt x="4055566" y="761179"/>
                </a:lnTo>
                <a:lnTo>
                  <a:pt x="4071789" y="708664"/>
                </a:lnTo>
                <a:lnTo>
                  <a:pt x="4088011" y="725221"/>
                </a:lnTo>
                <a:lnTo>
                  <a:pt x="4104233" y="697761"/>
                </a:lnTo>
                <a:lnTo>
                  <a:pt x="4120455" y="693704"/>
                </a:lnTo>
                <a:lnTo>
                  <a:pt x="4136678" y="692609"/>
                </a:ln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A8BD86"/>
            </a:solidFill>
            <a:prstDash val="solid"/>
          </a:ln>
        </p:spPr>
      </p:sp>
      <p:sp>
        <p:nvSpPr>
          <p:cNvPr id="1546" name="free-Particle 2">
            <a:extLst xmlns:a="http://schemas.openxmlformats.org/drawingml/2006/main">
              <a:ext uri="{FF2B5EF4-FFF2-40B4-BE49-F238E27FC236}">
                <a16:creationId xmlns:a16="http://schemas.microsoft.com/office/drawing/2014/main" id="{167A7CD5-47CE-41D1-971C-DBE27007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9029700"/>
            <a:ext cx="4152900" cy="1202201"/>
          </a:xfrm>
          <a:custGeom xmlns:a="http://schemas.openxmlformats.org/drawingml/2006/main">
            <a:pathLst>
              <a:path w="4152900" h="1202201">
                <a:moveTo>
                  <a:pt x="0" y="486736"/>
                </a:moveTo>
                <a:lnTo>
                  <a:pt x="16222" y="489223"/>
                </a:lnTo>
                <a:lnTo>
                  <a:pt x="32445" y="516467"/>
                </a:lnTo>
                <a:lnTo>
                  <a:pt x="48667" y="560333"/>
                </a:lnTo>
                <a:lnTo>
                  <a:pt x="64889" y="587618"/>
                </a:lnTo>
                <a:lnTo>
                  <a:pt x="81111" y="580900"/>
                </a:lnTo>
                <a:lnTo>
                  <a:pt x="97334" y="557152"/>
                </a:lnTo>
                <a:lnTo>
                  <a:pt x="113556" y="525991"/>
                </a:lnTo>
                <a:lnTo>
                  <a:pt x="129778" y="492249"/>
                </a:lnTo>
                <a:lnTo>
                  <a:pt x="146000" y="463074"/>
                </a:lnTo>
                <a:lnTo>
                  <a:pt x="162223" y="422936"/>
                </a:lnTo>
                <a:lnTo>
                  <a:pt x="178445" y="411511"/>
                </a:lnTo>
                <a:lnTo>
                  <a:pt x="194667" y="426281"/>
                </a:lnTo>
                <a:lnTo>
                  <a:pt x="210889" y="468549"/>
                </a:lnTo>
                <a:lnTo>
                  <a:pt x="227112" y="517931"/>
                </a:lnTo>
                <a:lnTo>
                  <a:pt x="243334" y="575575"/>
                </a:lnTo>
                <a:lnTo>
                  <a:pt x="259556" y="636046"/>
                </a:lnTo>
                <a:lnTo>
                  <a:pt x="275779" y="721808"/>
                </a:lnTo>
                <a:lnTo>
                  <a:pt x="292001" y="830993"/>
                </a:lnTo>
                <a:lnTo>
                  <a:pt x="308223" y="883487"/>
                </a:lnTo>
                <a:lnTo>
                  <a:pt x="324445" y="910140"/>
                </a:lnTo>
                <a:lnTo>
                  <a:pt x="340668" y="863807"/>
                </a:lnTo>
                <a:lnTo>
                  <a:pt x="356890" y="779152"/>
                </a:lnTo>
                <a:lnTo>
                  <a:pt x="373112" y="676760"/>
                </a:lnTo>
                <a:lnTo>
                  <a:pt x="389334" y="567722"/>
                </a:lnTo>
                <a:lnTo>
                  <a:pt x="405557" y="492164"/>
                </a:lnTo>
                <a:lnTo>
                  <a:pt x="421779" y="461540"/>
                </a:lnTo>
                <a:lnTo>
                  <a:pt x="438001" y="459342"/>
                </a:lnTo>
                <a:lnTo>
                  <a:pt x="454223" y="486428"/>
                </a:lnTo>
                <a:lnTo>
                  <a:pt x="470446" y="499047"/>
                </a:lnTo>
                <a:lnTo>
                  <a:pt x="486668" y="552312"/>
                </a:lnTo>
                <a:lnTo>
                  <a:pt x="502890" y="611804"/>
                </a:lnTo>
                <a:lnTo>
                  <a:pt x="519113" y="661137"/>
                </a:lnTo>
                <a:lnTo>
                  <a:pt x="535335" y="696369"/>
                </a:lnTo>
                <a:lnTo>
                  <a:pt x="551557" y="724800"/>
                </a:lnTo>
                <a:lnTo>
                  <a:pt x="567779" y="735027"/>
                </a:lnTo>
                <a:lnTo>
                  <a:pt x="584002" y="729735"/>
                </a:lnTo>
                <a:lnTo>
                  <a:pt x="600224" y="722846"/>
                </a:lnTo>
                <a:lnTo>
                  <a:pt x="616446" y="717357"/>
                </a:lnTo>
                <a:lnTo>
                  <a:pt x="632668" y="700653"/>
                </a:lnTo>
                <a:lnTo>
                  <a:pt x="648891" y="632717"/>
                </a:lnTo>
                <a:lnTo>
                  <a:pt x="665113" y="577204"/>
                </a:lnTo>
                <a:lnTo>
                  <a:pt x="681335" y="520812"/>
                </a:lnTo>
                <a:lnTo>
                  <a:pt x="697557" y="479157"/>
                </a:lnTo>
                <a:lnTo>
                  <a:pt x="713780" y="439289"/>
                </a:lnTo>
                <a:lnTo>
                  <a:pt x="730002" y="373830"/>
                </a:lnTo>
                <a:lnTo>
                  <a:pt x="746224" y="377469"/>
                </a:lnTo>
                <a:lnTo>
                  <a:pt x="762446" y="409032"/>
                </a:lnTo>
                <a:lnTo>
                  <a:pt x="778669" y="439202"/>
                </a:lnTo>
                <a:lnTo>
                  <a:pt x="794891" y="445492"/>
                </a:lnTo>
                <a:lnTo>
                  <a:pt x="811113" y="467493"/>
                </a:lnTo>
                <a:lnTo>
                  <a:pt x="827336" y="475685"/>
                </a:lnTo>
                <a:lnTo>
                  <a:pt x="843558" y="508575"/>
                </a:lnTo>
                <a:lnTo>
                  <a:pt x="859780" y="585068"/>
                </a:lnTo>
                <a:lnTo>
                  <a:pt x="876002" y="666475"/>
                </a:lnTo>
                <a:lnTo>
                  <a:pt x="892225" y="776786"/>
                </a:lnTo>
                <a:lnTo>
                  <a:pt x="908447" y="896313"/>
                </a:lnTo>
                <a:lnTo>
                  <a:pt x="924669" y="1029099"/>
                </a:lnTo>
                <a:lnTo>
                  <a:pt x="940891" y="1123609"/>
                </a:lnTo>
                <a:lnTo>
                  <a:pt x="957114" y="1147555"/>
                </a:lnTo>
                <a:lnTo>
                  <a:pt x="973336" y="1078898"/>
                </a:lnTo>
                <a:lnTo>
                  <a:pt x="989558" y="967246"/>
                </a:lnTo>
                <a:lnTo>
                  <a:pt x="1005780" y="885589"/>
                </a:lnTo>
                <a:lnTo>
                  <a:pt x="1022003" y="820113"/>
                </a:lnTo>
                <a:lnTo>
                  <a:pt x="1038225" y="764663"/>
                </a:lnTo>
                <a:lnTo>
                  <a:pt x="1054447" y="728446"/>
                </a:lnTo>
                <a:lnTo>
                  <a:pt x="1070670" y="712500"/>
                </a:lnTo>
                <a:lnTo>
                  <a:pt x="1086892" y="688727"/>
                </a:lnTo>
                <a:lnTo>
                  <a:pt x="1103114" y="647450"/>
                </a:lnTo>
                <a:lnTo>
                  <a:pt x="1119336" y="598529"/>
                </a:lnTo>
                <a:lnTo>
                  <a:pt x="1135559" y="541899"/>
                </a:lnTo>
                <a:lnTo>
                  <a:pt x="1151781" y="504153"/>
                </a:lnTo>
                <a:lnTo>
                  <a:pt x="1168003" y="489671"/>
                </a:lnTo>
                <a:lnTo>
                  <a:pt x="1184225" y="503010"/>
                </a:lnTo>
                <a:lnTo>
                  <a:pt x="1200448" y="518885"/>
                </a:lnTo>
                <a:lnTo>
                  <a:pt x="1216670" y="536502"/>
                </a:lnTo>
                <a:lnTo>
                  <a:pt x="1232892" y="500971"/>
                </a:lnTo>
                <a:lnTo>
                  <a:pt x="1249114" y="468660"/>
                </a:lnTo>
                <a:lnTo>
                  <a:pt x="1265337" y="424458"/>
                </a:lnTo>
                <a:lnTo>
                  <a:pt x="1281559" y="379840"/>
                </a:lnTo>
                <a:lnTo>
                  <a:pt x="1297781" y="345947"/>
                </a:lnTo>
                <a:lnTo>
                  <a:pt x="1314004" y="338809"/>
                </a:lnTo>
                <a:lnTo>
                  <a:pt x="1330226" y="331478"/>
                </a:lnTo>
                <a:lnTo>
                  <a:pt x="1346448" y="335144"/>
                </a:lnTo>
                <a:lnTo>
                  <a:pt x="1362670" y="351812"/>
                </a:lnTo>
                <a:lnTo>
                  <a:pt x="1378893" y="408587"/>
                </a:lnTo>
                <a:lnTo>
                  <a:pt x="1395115" y="506855"/>
                </a:lnTo>
                <a:lnTo>
                  <a:pt x="1411337" y="599739"/>
                </a:lnTo>
                <a:lnTo>
                  <a:pt x="1427559" y="681357"/>
                </a:lnTo>
                <a:lnTo>
                  <a:pt x="1443782" y="726734"/>
                </a:lnTo>
                <a:lnTo>
                  <a:pt x="1460004" y="772558"/>
                </a:lnTo>
                <a:lnTo>
                  <a:pt x="1476226" y="791499"/>
                </a:lnTo>
                <a:lnTo>
                  <a:pt x="1492448" y="766966"/>
                </a:lnTo>
                <a:lnTo>
                  <a:pt x="1508671" y="691209"/>
                </a:lnTo>
                <a:lnTo>
                  <a:pt x="1524893" y="663042"/>
                </a:lnTo>
                <a:lnTo>
                  <a:pt x="1541115" y="638321"/>
                </a:lnTo>
                <a:lnTo>
                  <a:pt x="1557338" y="627754"/>
                </a:lnTo>
                <a:lnTo>
                  <a:pt x="1573560" y="669078"/>
                </a:lnTo>
                <a:lnTo>
                  <a:pt x="1589782" y="792016"/>
                </a:lnTo>
                <a:lnTo>
                  <a:pt x="1606004" y="922963"/>
                </a:lnTo>
                <a:lnTo>
                  <a:pt x="1622227" y="1042073"/>
                </a:lnTo>
                <a:lnTo>
                  <a:pt x="1638449" y="1121034"/>
                </a:lnTo>
                <a:lnTo>
                  <a:pt x="1654671" y="1116964"/>
                </a:lnTo>
                <a:lnTo>
                  <a:pt x="1670893" y="1052323"/>
                </a:lnTo>
                <a:lnTo>
                  <a:pt x="1687116" y="953262"/>
                </a:lnTo>
                <a:lnTo>
                  <a:pt x="1703338" y="839694"/>
                </a:lnTo>
                <a:lnTo>
                  <a:pt x="1719560" y="724601"/>
                </a:lnTo>
                <a:lnTo>
                  <a:pt x="1735782" y="594429"/>
                </a:lnTo>
                <a:lnTo>
                  <a:pt x="1752005" y="503651"/>
                </a:lnTo>
                <a:lnTo>
                  <a:pt x="1768227" y="480461"/>
                </a:lnTo>
                <a:lnTo>
                  <a:pt x="1784449" y="506957"/>
                </a:lnTo>
                <a:lnTo>
                  <a:pt x="1800671" y="571064"/>
                </a:lnTo>
                <a:lnTo>
                  <a:pt x="1816894" y="648018"/>
                </a:lnTo>
                <a:lnTo>
                  <a:pt x="1833116" y="699208"/>
                </a:lnTo>
                <a:lnTo>
                  <a:pt x="1849338" y="724969"/>
                </a:lnTo>
                <a:lnTo>
                  <a:pt x="1865561" y="722777"/>
                </a:lnTo>
                <a:lnTo>
                  <a:pt x="1881783" y="694784"/>
                </a:lnTo>
                <a:lnTo>
                  <a:pt x="1898005" y="661660"/>
                </a:lnTo>
                <a:lnTo>
                  <a:pt x="1914227" y="643318"/>
                </a:lnTo>
                <a:lnTo>
                  <a:pt x="1930450" y="654779"/>
                </a:lnTo>
                <a:lnTo>
                  <a:pt x="1946672" y="666349"/>
                </a:lnTo>
                <a:lnTo>
                  <a:pt x="1962894" y="701533"/>
                </a:lnTo>
                <a:lnTo>
                  <a:pt x="1979116" y="775672"/>
                </a:lnTo>
                <a:lnTo>
                  <a:pt x="1995339" y="837116"/>
                </a:lnTo>
                <a:lnTo>
                  <a:pt x="2011561" y="891729"/>
                </a:lnTo>
                <a:lnTo>
                  <a:pt x="2027783" y="930041"/>
                </a:lnTo>
                <a:lnTo>
                  <a:pt x="2044005" y="918131"/>
                </a:lnTo>
                <a:lnTo>
                  <a:pt x="2060228" y="875507"/>
                </a:lnTo>
                <a:lnTo>
                  <a:pt x="2076450" y="798975"/>
                </a:lnTo>
                <a:lnTo>
                  <a:pt x="2092672" y="731911"/>
                </a:lnTo>
                <a:lnTo>
                  <a:pt x="2108895" y="663101"/>
                </a:lnTo>
                <a:lnTo>
                  <a:pt x="2125117" y="631343"/>
                </a:lnTo>
                <a:lnTo>
                  <a:pt x="2141339" y="615132"/>
                </a:lnTo>
                <a:lnTo>
                  <a:pt x="2157561" y="604805"/>
                </a:lnTo>
                <a:lnTo>
                  <a:pt x="2173784" y="619291"/>
                </a:lnTo>
                <a:lnTo>
                  <a:pt x="2190006" y="609671"/>
                </a:lnTo>
                <a:lnTo>
                  <a:pt x="2206228" y="566992"/>
                </a:lnTo>
                <a:lnTo>
                  <a:pt x="2222450" y="491514"/>
                </a:lnTo>
                <a:lnTo>
                  <a:pt x="2238673" y="411742"/>
                </a:lnTo>
                <a:lnTo>
                  <a:pt x="2254895" y="352139"/>
                </a:lnTo>
                <a:lnTo>
                  <a:pt x="2271117" y="340381"/>
                </a:lnTo>
                <a:lnTo>
                  <a:pt x="2287339" y="408047"/>
                </a:lnTo>
                <a:lnTo>
                  <a:pt x="2303562" y="533938"/>
                </a:lnTo>
                <a:lnTo>
                  <a:pt x="2319784" y="629938"/>
                </a:lnTo>
                <a:lnTo>
                  <a:pt x="2336006" y="716733"/>
                </a:lnTo>
                <a:lnTo>
                  <a:pt x="2352229" y="794747"/>
                </a:lnTo>
                <a:lnTo>
                  <a:pt x="2368451" y="839267"/>
                </a:lnTo>
                <a:lnTo>
                  <a:pt x="2384673" y="792399"/>
                </a:lnTo>
                <a:lnTo>
                  <a:pt x="2400895" y="672265"/>
                </a:lnTo>
                <a:lnTo>
                  <a:pt x="2417118" y="570170"/>
                </a:lnTo>
                <a:lnTo>
                  <a:pt x="2433340" y="488699"/>
                </a:lnTo>
                <a:lnTo>
                  <a:pt x="2449562" y="448209"/>
                </a:lnTo>
                <a:lnTo>
                  <a:pt x="2465784" y="476945"/>
                </a:lnTo>
                <a:lnTo>
                  <a:pt x="2482007" y="552377"/>
                </a:lnTo>
                <a:lnTo>
                  <a:pt x="2498229" y="628027"/>
                </a:lnTo>
                <a:lnTo>
                  <a:pt x="2514451" y="677194"/>
                </a:lnTo>
                <a:lnTo>
                  <a:pt x="2530673" y="699212"/>
                </a:lnTo>
                <a:lnTo>
                  <a:pt x="2546896" y="703987"/>
                </a:lnTo>
                <a:lnTo>
                  <a:pt x="2563118" y="699132"/>
                </a:lnTo>
                <a:lnTo>
                  <a:pt x="2579340" y="703618"/>
                </a:lnTo>
                <a:lnTo>
                  <a:pt x="2595563" y="717041"/>
                </a:lnTo>
                <a:lnTo>
                  <a:pt x="2611785" y="750750"/>
                </a:lnTo>
                <a:lnTo>
                  <a:pt x="2628007" y="753080"/>
                </a:lnTo>
                <a:lnTo>
                  <a:pt x="2644229" y="743624"/>
                </a:lnTo>
                <a:lnTo>
                  <a:pt x="2660452" y="726647"/>
                </a:lnTo>
                <a:lnTo>
                  <a:pt x="2676674" y="715248"/>
                </a:lnTo>
                <a:lnTo>
                  <a:pt x="2692896" y="711566"/>
                </a:lnTo>
                <a:lnTo>
                  <a:pt x="2709118" y="731768"/>
                </a:lnTo>
                <a:lnTo>
                  <a:pt x="2725341" y="784073"/>
                </a:lnTo>
                <a:lnTo>
                  <a:pt x="2741563" y="842411"/>
                </a:lnTo>
                <a:lnTo>
                  <a:pt x="2757785" y="854652"/>
                </a:lnTo>
                <a:lnTo>
                  <a:pt x="2774007" y="813895"/>
                </a:lnTo>
                <a:lnTo>
                  <a:pt x="2790230" y="752625"/>
                </a:lnTo>
                <a:lnTo>
                  <a:pt x="2806452" y="665837"/>
                </a:lnTo>
                <a:lnTo>
                  <a:pt x="2822674" y="549285"/>
                </a:lnTo>
                <a:lnTo>
                  <a:pt x="2838896" y="419504"/>
                </a:lnTo>
                <a:lnTo>
                  <a:pt x="2855119" y="304680"/>
                </a:lnTo>
                <a:lnTo>
                  <a:pt x="2871341" y="221639"/>
                </a:lnTo>
                <a:lnTo>
                  <a:pt x="2887563" y="189166"/>
                </a:lnTo>
                <a:lnTo>
                  <a:pt x="2903786" y="226320"/>
                </a:lnTo>
                <a:lnTo>
                  <a:pt x="2920008" y="362489"/>
                </a:lnTo>
                <a:lnTo>
                  <a:pt x="2936230" y="542368"/>
                </a:lnTo>
                <a:lnTo>
                  <a:pt x="2952452" y="700245"/>
                </a:lnTo>
                <a:lnTo>
                  <a:pt x="2968675" y="846180"/>
                </a:lnTo>
                <a:lnTo>
                  <a:pt x="2984897" y="919504"/>
                </a:lnTo>
                <a:lnTo>
                  <a:pt x="3001119" y="890309"/>
                </a:lnTo>
                <a:lnTo>
                  <a:pt x="3017341" y="782753"/>
                </a:lnTo>
                <a:lnTo>
                  <a:pt x="3033564" y="643387"/>
                </a:lnTo>
                <a:lnTo>
                  <a:pt x="3049786" y="500500"/>
                </a:lnTo>
                <a:lnTo>
                  <a:pt x="3066008" y="407617"/>
                </a:lnTo>
                <a:lnTo>
                  <a:pt x="3082230" y="359160"/>
                </a:lnTo>
                <a:lnTo>
                  <a:pt x="3098453" y="364603"/>
                </a:lnTo>
                <a:lnTo>
                  <a:pt x="3114675" y="419112"/>
                </a:lnTo>
                <a:lnTo>
                  <a:pt x="3130897" y="450330"/>
                </a:lnTo>
                <a:lnTo>
                  <a:pt x="3147120" y="459461"/>
                </a:lnTo>
                <a:lnTo>
                  <a:pt x="3163342" y="453157"/>
                </a:lnTo>
                <a:lnTo>
                  <a:pt x="3179564" y="480524"/>
                </a:lnTo>
                <a:lnTo>
                  <a:pt x="3195786" y="575580"/>
                </a:lnTo>
                <a:lnTo>
                  <a:pt x="3212009" y="675453"/>
                </a:lnTo>
                <a:lnTo>
                  <a:pt x="3228231" y="768763"/>
                </a:lnTo>
                <a:lnTo>
                  <a:pt x="3244453" y="860046"/>
                </a:lnTo>
                <a:lnTo>
                  <a:pt x="3260675" y="916117"/>
                </a:lnTo>
                <a:lnTo>
                  <a:pt x="3276898" y="950914"/>
                </a:lnTo>
                <a:lnTo>
                  <a:pt x="3293120" y="965990"/>
                </a:lnTo>
                <a:lnTo>
                  <a:pt x="3309342" y="951447"/>
                </a:lnTo>
                <a:lnTo>
                  <a:pt x="3325564" y="914666"/>
                </a:lnTo>
                <a:lnTo>
                  <a:pt x="3341787" y="882267"/>
                </a:lnTo>
                <a:lnTo>
                  <a:pt x="3358009" y="842757"/>
                </a:lnTo>
                <a:lnTo>
                  <a:pt x="3374231" y="801719"/>
                </a:lnTo>
                <a:lnTo>
                  <a:pt x="3390454" y="773005"/>
                </a:lnTo>
                <a:lnTo>
                  <a:pt x="3406676" y="743954"/>
                </a:lnTo>
                <a:lnTo>
                  <a:pt x="3422898" y="734650"/>
                </a:lnTo>
                <a:lnTo>
                  <a:pt x="3439120" y="696420"/>
                </a:lnTo>
                <a:lnTo>
                  <a:pt x="3455343" y="655512"/>
                </a:lnTo>
                <a:lnTo>
                  <a:pt x="3471565" y="635847"/>
                </a:lnTo>
                <a:lnTo>
                  <a:pt x="3487787" y="637398"/>
                </a:lnTo>
                <a:lnTo>
                  <a:pt x="3504009" y="645710"/>
                </a:lnTo>
                <a:lnTo>
                  <a:pt x="3520232" y="666458"/>
                </a:lnTo>
                <a:lnTo>
                  <a:pt x="3536454" y="646356"/>
                </a:lnTo>
                <a:lnTo>
                  <a:pt x="3552676" y="621766"/>
                </a:lnTo>
                <a:lnTo>
                  <a:pt x="3568898" y="596904"/>
                </a:lnTo>
                <a:lnTo>
                  <a:pt x="3585121" y="608657"/>
                </a:lnTo>
                <a:lnTo>
                  <a:pt x="3601343" y="598511"/>
                </a:lnTo>
                <a:lnTo>
                  <a:pt x="3617565" y="590535"/>
                </a:lnTo>
                <a:lnTo>
                  <a:pt x="3633788" y="568512"/>
                </a:lnTo>
                <a:lnTo>
                  <a:pt x="3650010" y="556656"/>
                </a:lnTo>
                <a:lnTo>
                  <a:pt x="3666232" y="498522"/>
                </a:lnTo>
                <a:lnTo>
                  <a:pt x="3682454" y="454657"/>
                </a:lnTo>
                <a:lnTo>
                  <a:pt x="3698677" y="437093"/>
                </a:lnTo>
                <a:lnTo>
                  <a:pt x="3714899" y="442060"/>
                </a:lnTo>
                <a:lnTo>
                  <a:pt x="3731121" y="477939"/>
                </a:lnTo>
                <a:lnTo>
                  <a:pt x="3747343" y="527624"/>
                </a:lnTo>
                <a:lnTo>
                  <a:pt x="3763566" y="577131"/>
                </a:lnTo>
                <a:lnTo>
                  <a:pt x="3779788" y="634731"/>
                </a:lnTo>
                <a:lnTo>
                  <a:pt x="3796010" y="688846"/>
                </a:lnTo>
                <a:lnTo>
                  <a:pt x="3812232" y="766074"/>
                </a:lnTo>
                <a:lnTo>
                  <a:pt x="3828455" y="811945"/>
                </a:lnTo>
                <a:lnTo>
                  <a:pt x="3844677" y="841337"/>
                </a:lnTo>
                <a:lnTo>
                  <a:pt x="3860899" y="842022"/>
                </a:lnTo>
                <a:lnTo>
                  <a:pt x="3877121" y="818355"/>
                </a:lnTo>
                <a:lnTo>
                  <a:pt x="3893344" y="794625"/>
                </a:lnTo>
                <a:lnTo>
                  <a:pt x="3909566" y="775051"/>
                </a:lnTo>
                <a:lnTo>
                  <a:pt x="3925788" y="737004"/>
                </a:lnTo>
                <a:lnTo>
                  <a:pt x="3942011" y="699887"/>
                </a:lnTo>
                <a:lnTo>
                  <a:pt x="3958233" y="635767"/>
                </a:lnTo>
                <a:lnTo>
                  <a:pt x="3974455" y="577167"/>
                </a:lnTo>
                <a:lnTo>
                  <a:pt x="3990677" y="550792"/>
                </a:lnTo>
                <a:lnTo>
                  <a:pt x="4006900" y="549215"/>
                </a:lnTo>
                <a:lnTo>
                  <a:pt x="4023122" y="593707"/>
                </a:lnTo>
                <a:lnTo>
                  <a:pt x="4039344" y="641463"/>
                </a:lnTo>
                <a:lnTo>
                  <a:pt x="4055566" y="719764"/>
                </a:lnTo>
                <a:lnTo>
                  <a:pt x="4071789" y="797785"/>
                </a:lnTo>
                <a:lnTo>
                  <a:pt x="4088011" y="833574"/>
                </a:lnTo>
                <a:lnTo>
                  <a:pt x="4104233" y="804660"/>
                </a:lnTo>
                <a:lnTo>
                  <a:pt x="4120455" y="739523"/>
                </a:lnTo>
                <a:lnTo>
                  <a:pt x="4136678" y="648522"/>
                </a:ln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91AA6D"/>
            </a:solidFill>
            <a:prstDash val="solid"/>
          </a:ln>
        </p:spPr>
      </p:sp>
      <p:sp>
        <p:nvSpPr>
          <p:cNvPr id="1547" name="free-Particle 3">
            <a:extLst xmlns:a="http://schemas.openxmlformats.org/drawingml/2006/main">
              <a:ext uri="{FF2B5EF4-FFF2-40B4-BE49-F238E27FC236}">
                <a16:creationId xmlns:a16="http://schemas.microsoft.com/office/drawing/2014/main" id="{3B3FBD06-7883-40A9-9A05-F2A3CD0A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9029700"/>
            <a:ext cx="4152900" cy="1202201"/>
          </a:xfrm>
          <a:custGeom xmlns:a="http://schemas.openxmlformats.org/drawingml/2006/main">
            <a:pathLst>
              <a:path w="4152900" h="1202201">
                <a:moveTo>
                  <a:pt x="0" y="426710"/>
                </a:moveTo>
                <a:lnTo>
                  <a:pt x="16222" y="372681"/>
                </a:lnTo>
                <a:lnTo>
                  <a:pt x="32445" y="359702"/>
                </a:lnTo>
                <a:lnTo>
                  <a:pt x="48667" y="375446"/>
                </a:lnTo>
                <a:lnTo>
                  <a:pt x="64889" y="419056"/>
                </a:lnTo>
                <a:lnTo>
                  <a:pt x="81111" y="490026"/>
                </a:lnTo>
                <a:lnTo>
                  <a:pt x="97334" y="599260"/>
                </a:lnTo>
                <a:lnTo>
                  <a:pt x="113556" y="702996"/>
                </a:lnTo>
                <a:lnTo>
                  <a:pt x="129778" y="760947"/>
                </a:lnTo>
                <a:lnTo>
                  <a:pt x="146000" y="788596"/>
                </a:lnTo>
                <a:lnTo>
                  <a:pt x="162223" y="774742"/>
                </a:lnTo>
                <a:lnTo>
                  <a:pt x="178445" y="735716"/>
                </a:lnTo>
                <a:lnTo>
                  <a:pt x="194667" y="691523"/>
                </a:lnTo>
                <a:lnTo>
                  <a:pt x="210889" y="641196"/>
                </a:lnTo>
                <a:lnTo>
                  <a:pt x="227112" y="590958"/>
                </a:lnTo>
                <a:lnTo>
                  <a:pt x="243334" y="524893"/>
                </a:lnTo>
                <a:lnTo>
                  <a:pt x="259556" y="464831"/>
                </a:lnTo>
                <a:lnTo>
                  <a:pt x="275779" y="428945"/>
                </a:lnTo>
                <a:lnTo>
                  <a:pt x="292001" y="426777"/>
                </a:lnTo>
                <a:lnTo>
                  <a:pt x="308223" y="462100"/>
                </a:lnTo>
                <a:lnTo>
                  <a:pt x="324445" y="525474"/>
                </a:lnTo>
                <a:lnTo>
                  <a:pt x="340668" y="575942"/>
                </a:lnTo>
                <a:lnTo>
                  <a:pt x="356890" y="660747"/>
                </a:lnTo>
                <a:lnTo>
                  <a:pt x="373112" y="734113"/>
                </a:lnTo>
                <a:lnTo>
                  <a:pt x="389334" y="788857"/>
                </a:lnTo>
                <a:lnTo>
                  <a:pt x="405557" y="837604"/>
                </a:lnTo>
                <a:lnTo>
                  <a:pt x="421779" y="904647"/>
                </a:lnTo>
                <a:lnTo>
                  <a:pt x="438001" y="966604"/>
                </a:lnTo>
                <a:lnTo>
                  <a:pt x="454223" y="1011991"/>
                </a:lnTo>
                <a:lnTo>
                  <a:pt x="470446" y="986786"/>
                </a:lnTo>
                <a:lnTo>
                  <a:pt x="486668" y="909991"/>
                </a:lnTo>
                <a:lnTo>
                  <a:pt x="502890" y="780028"/>
                </a:lnTo>
                <a:lnTo>
                  <a:pt x="519113" y="637779"/>
                </a:lnTo>
                <a:lnTo>
                  <a:pt x="535335" y="520752"/>
                </a:lnTo>
                <a:lnTo>
                  <a:pt x="551557" y="444762"/>
                </a:lnTo>
                <a:lnTo>
                  <a:pt x="567779" y="403457"/>
                </a:lnTo>
                <a:lnTo>
                  <a:pt x="584002" y="406690"/>
                </a:lnTo>
                <a:lnTo>
                  <a:pt x="600224" y="432241"/>
                </a:lnTo>
                <a:lnTo>
                  <a:pt x="616446" y="448279"/>
                </a:lnTo>
                <a:lnTo>
                  <a:pt x="632668" y="488200"/>
                </a:lnTo>
                <a:lnTo>
                  <a:pt x="648891" y="517003"/>
                </a:lnTo>
                <a:lnTo>
                  <a:pt x="665113" y="494279"/>
                </a:lnTo>
                <a:lnTo>
                  <a:pt x="681335" y="500456"/>
                </a:lnTo>
                <a:lnTo>
                  <a:pt x="697557" y="543306"/>
                </a:lnTo>
                <a:lnTo>
                  <a:pt x="713780" y="597683"/>
                </a:lnTo>
                <a:lnTo>
                  <a:pt x="730002" y="662608"/>
                </a:lnTo>
                <a:lnTo>
                  <a:pt x="746224" y="713299"/>
                </a:lnTo>
                <a:lnTo>
                  <a:pt x="762446" y="736708"/>
                </a:lnTo>
                <a:lnTo>
                  <a:pt x="778669" y="705307"/>
                </a:lnTo>
                <a:lnTo>
                  <a:pt x="794891" y="658344"/>
                </a:lnTo>
                <a:lnTo>
                  <a:pt x="811113" y="577305"/>
                </a:lnTo>
                <a:lnTo>
                  <a:pt x="827336" y="569803"/>
                </a:lnTo>
                <a:lnTo>
                  <a:pt x="843558" y="584941"/>
                </a:lnTo>
                <a:lnTo>
                  <a:pt x="859780" y="634324"/>
                </a:lnTo>
                <a:lnTo>
                  <a:pt x="876002" y="689272"/>
                </a:lnTo>
                <a:lnTo>
                  <a:pt x="892225" y="715713"/>
                </a:lnTo>
                <a:lnTo>
                  <a:pt x="908447" y="715800"/>
                </a:lnTo>
                <a:lnTo>
                  <a:pt x="924669" y="691238"/>
                </a:lnTo>
                <a:lnTo>
                  <a:pt x="940891" y="693026"/>
                </a:lnTo>
                <a:lnTo>
                  <a:pt x="957114" y="661782"/>
                </a:lnTo>
                <a:lnTo>
                  <a:pt x="973336" y="626058"/>
                </a:lnTo>
                <a:lnTo>
                  <a:pt x="989558" y="570257"/>
                </a:lnTo>
                <a:lnTo>
                  <a:pt x="1005780" y="490525"/>
                </a:lnTo>
                <a:lnTo>
                  <a:pt x="1022003" y="437778"/>
                </a:lnTo>
                <a:lnTo>
                  <a:pt x="1038225" y="403608"/>
                </a:lnTo>
                <a:lnTo>
                  <a:pt x="1054447" y="388243"/>
                </a:lnTo>
                <a:lnTo>
                  <a:pt x="1070670" y="408286"/>
                </a:lnTo>
                <a:lnTo>
                  <a:pt x="1086892" y="440790"/>
                </a:lnTo>
                <a:lnTo>
                  <a:pt x="1103114" y="493444"/>
                </a:lnTo>
                <a:lnTo>
                  <a:pt x="1119336" y="535703"/>
                </a:lnTo>
                <a:lnTo>
                  <a:pt x="1135559" y="605536"/>
                </a:lnTo>
                <a:lnTo>
                  <a:pt x="1151781" y="655112"/>
                </a:lnTo>
                <a:lnTo>
                  <a:pt x="1168003" y="681025"/>
                </a:lnTo>
                <a:lnTo>
                  <a:pt x="1184225" y="676767"/>
                </a:lnTo>
                <a:lnTo>
                  <a:pt x="1200448" y="687421"/>
                </a:lnTo>
                <a:lnTo>
                  <a:pt x="1216670" y="677267"/>
                </a:lnTo>
                <a:lnTo>
                  <a:pt x="1232892" y="691129"/>
                </a:lnTo>
                <a:lnTo>
                  <a:pt x="1249114" y="765687"/>
                </a:lnTo>
                <a:lnTo>
                  <a:pt x="1265337" y="837065"/>
                </a:lnTo>
                <a:lnTo>
                  <a:pt x="1281559" y="900204"/>
                </a:lnTo>
                <a:lnTo>
                  <a:pt x="1297781" y="906060"/>
                </a:lnTo>
                <a:lnTo>
                  <a:pt x="1314004" y="917191"/>
                </a:lnTo>
                <a:lnTo>
                  <a:pt x="1330226" y="960946"/>
                </a:lnTo>
                <a:lnTo>
                  <a:pt x="1346448" y="999663"/>
                </a:lnTo>
                <a:lnTo>
                  <a:pt x="1362670" y="1015992"/>
                </a:lnTo>
                <a:lnTo>
                  <a:pt x="1378893" y="983251"/>
                </a:lnTo>
                <a:lnTo>
                  <a:pt x="1395115" y="936277"/>
                </a:lnTo>
                <a:lnTo>
                  <a:pt x="1411337" y="884705"/>
                </a:lnTo>
                <a:lnTo>
                  <a:pt x="1427559" y="847252"/>
                </a:lnTo>
                <a:lnTo>
                  <a:pt x="1443782" y="806755"/>
                </a:lnTo>
                <a:lnTo>
                  <a:pt x="1460004" y="782401"/>
                </a:lnTo>
                <a:lnTo>
                  <a:pt x="1476226" y="740143"/>
                </a:lnTo>
                <a:lnTo>
                  <a:pt x="1492448" y="697408"/>
                </a:lnTo>
                <a:lnTo>
                  <a:pt x="1508671" y="655804"/>
                </a:lnTo>
                <a:lnTo>
                  <a:pt x="1524893" y="623929"/>
                </a:lnTo>
                <a:lnTo>
                  <a:pt x="1541115" y="599435"/>
                </a:lnTo>
                <a:lnTo>
                  <a:pt x="1557338" y="554163"/>
                </a:lnTo>
                <a:lnTo>
                  <a:pt x="1573560" y="513367"/>
                </a:lnTo>
                <a:lnTo>
                  <a:pt x="1589782" y="476422"/>
                </a:lnTo>
                <a:lnTo>
                  <a:pt x="1606004" y="457905"/>
                </a:lnTo>
                <a:lnTo>
                  <a:pt x="1622227" y="467802"/>
                </a:lnTo>
                <a:lnTo>
                  <a:pt x="1638449" y="507555"/>
                </a:lnTo>
                <a:lnTo>
                  <a:pt x="1654671" y="515104"/>
                </a:lnTo>
                <a:lnTo>
                  <a:pt x="1670893" y="468833"/>
                </a:lnTo>
                <a:lnTo>
                  <a:pt x="1687116" y="381843"/>
                </a:lnTo>
                <a:lnTo>
                  <a:pt x="1703338" y="233730"/>
                </a:lnTo>
                <a:lnTo>
                  <a:pt x="1719560" y="114531"/>
                </a:lnTo>
                <a:lnTo>
                  <a:pt x="1735782" y="54645"/>
                </a:lnTo>
                <a:lnTo>
                  <a:pt x="1752005" y="60626"/>
                </a:lnTo>
                <a:lnTo>
                  <a:pt x="1768227" y="131708"/>
                </a:lnTo>
                <a:lnTo>
                  <a:pt x="1784449" y="279633"/>
                </a:lnTo>
                <a:lnTo>
                  <a:pt x="1800671" y="433825"/>
                </a:lnTo>
                <a:lnTo>
                  <a:pt x="1816894" y="530808"/>
                </a:lnTo>
                <a:lnTo>
                  <a:pt x="1833116" y="569194"/>
                </a:lnTo>
                <a:lnTo>
                  <a:pt x="1849338" y="522551"/>
                </a:lnTo>
                <a:lnTo>
                  <a:pt x="1865561" y="477101"/>
                </a:lnTo>
                <a:lnTo>
                  <a:pt x="1881783" y="458640"/>
                </a:lnTo>
                <a:lnTo>
                  <a:pt x="1898005" y="493280"/>
                </a:lnTo>
                <a:lnTo>
                  <a:pt x="1914227" y="534702"/>
                </a:lnTo>
                <a:lnTo>
                  <a:pt x="1930450" y="545434"/>
                </a:lnTo>
                <a:lnTo>
                  <a:pt x="1946672" y="536372"/>
                </a:lnTo>
                <a:lnTo>
                  <a:pt x="1962894" y="488215"/>
                </a:lnTo>
                <a:lnTo>
                  <a:pt x="1979116" y="434698"/>
                </a:lnTo>
                <a:lnTo>
                  <a:pt x="1995339" y="408830"/>
                </a:lnTo>
                <a:lnTo>
                  <a:pt x="2011561" y="389673"/>
                </a:lnTo>
                <a:lnTo>
                  <a:pt x="2027783" y="435800"/>
                </a:lnTo>
                <a:lnTo>
                  <a:pt x="2044005" y="548647"/>
                </a:lnTo>
                <a:lnTo>
                  <a:pt x="2060228" y="677931"/>
                </a:lnTo>
                <a:lnTo>
                  <a:pt x="2076450" y="805713"/>
                </a:lnTo>
                <a:lnTo>
                  <a:pt x="2092672" y="903097"/>
                </a:lnTo>
                <a:lnTo>
                  <a:pt x="2108895" y="935699"/>
                </a:lnTo>
                <a:lnTo>
                  <a:pt x="2125117" y="874389"/>
                </a:lnTo>
                <a:lnTo>
                  <a:pt x="2141339" y="796075"/>
                </a:lnTo>
                <a:lnTo>
                  <a:pt x="2157561" y="721299"/>
                </a:lnTo>
                <a:lnTo>
                  <a:pt x="2173784" y="667077"/>
                </a:lnTo>
                <a:lnTo>
                  <a:pt x="2190006" y="614720"/>
                </a:lnTo>
                <a:lnTo>
                  <a:pt x="2206228" y="569167"/>
                </a:lnTo>
                <a:lnTo>
                  <a:pt x="2222450" y="553765"/>
                </a:lnTo>
                <a:lnTo>
                  <a:pt x="2238673" y="516530"/>
                </a:lnTo>
                <a:lnTo>
                  <a:pt x="2254895" y="485447"/>
                </a:lnTo>
                <a:lnTo>
                  <a:pt x="2271117" y="487135"/>
                </a:lnTo>
                <a:lnTo>
                  <a:pt x="2287339" y="503485"/>
                </a:lnTo>
                <a:lnTo>
                  <a:pt x="2303562" y="500535"/>
                </a:lnTo>
                <a:lnTo>
                  <a:pt x="2319784" y="498624"/>
                </a:lnTo>
                <a:lnTo>
                  <a:pt x="2336006" y="536982"/>
                </a:lnTo>
                <a:lnTo>
                  <a:pt x="2352229" y="517113"/>
                </a:lnTo>
                <a:lnTo>
                  <a:pt x="2368451" y="492509"/>
                </a:lnTo>
                <a:lnTo>
                  <a:pt x="2384673" y="481032"/>
                </a:lnTo>
                <a:lnTo>
                  <a:pt x="2400895" y="449504"/>
                </a:lnTo>
                <a:lnTo>
                  <a:pt x="2417118" y="390341"/>
                </a:lnTo>
                <a:lnTo>
                  <a:pt x="2433340" y="373287"/>
                </a:lnTo>
                <a:lnTo>
                  <a:pt x="2449562" y="422037"/>
                </a:lnTo>
                <a:lnTo>
                  <a:pt x="2465784" y="544377"/>
                </a:lnTo>
                <a:lnTo>
                  <a:pt x="2482007" y="684079"/>
                </a:lnTo>
                <a:lnTo>
                  <a:pt x="2498229" y="830324"/>
                </a:lnTo>
                <a:lnTo>
                  <a:pt x="2514451" y="988257"/>
                </a:lnTo>
                <a:lnTo>
                  <a:pt x="2530673" y="1061848"/>
                </a:lnTo>
                <a:lnTo>
                  <a:pt x="2546896" y="1044661"/>
                </a:lnTo>
                <a:lnTo>
                  <a:pt x="2563118" y="952869"/>
                </a:lnTo>
                <a:lnTo>
                  <a:pt x="2579340" y="777122"/>
                </a:lnTo>
                <a:lnTo>
                  <a:pt x="2595563" y="548623"/>
                </a:lnTo>
                <a:lnTo>
                  <a:pt x="2611785" y="353989"/>
                </a:lnTo>
                <a:lnTo>
                  <a:pt x="2628007" y="202228"/>
                </a:lnTo>
                <a:lnTo>
                  <a:pt x="2644229" y="138591"/>
                </a:lnTo>
                <a:lnTo>
                  <a:pt x="2660452" y="191104"/>
                </a:lnTo>
                <a:lnTo>
                  <a:pt x="2676674" y="283290"/>
                </a:lnTo>
                <a:lnTo>
                  <a:pt x="2692896" y="397070"/>
                </a:lnTo>
                <a:lnTo>
                  <a:pt x="2709118" y="506778"/>
                </a:lnTo>
                <a:lnTo>
                  <a:pt x="2725341" y="593599"/>
                </a:lnTo>
                <a:lnTo>
                  <a:pt x="2741563" y="622845"/>
                </a:lnTo>
                <a:lnTo>
                  <a:pt x="2757785" y="616890"/>
                </a:lnTo>
                <a:lnTo>
                  <a:pt x="2774007" y="567712"/>
                </a:lnTo>
                <a:lnTo>
                  <a:pt x="2790230" y="509641"/>
                </a:lnTo>
                <a:lnTo>
                  <a:pt x="2806452" y="450331"/>
                </a:lnTo>
                <a:lnTo>
                  <a:pt x="2822674" y="439242"/>
                </a:lnTo>
                <a:lnTo>
                  <a:pt x="2838896" y="476534"/>
                </a:lnTo>
                <a:lnTo>
                  <a:pt x="2855119" y="570265"/>
                </a:lnTo>
                <a:lnTo>
                  <a:pt x="2871341" y="652995"/>
                </a:lnTo>
                <a:lnTo>
                  <a:pt x="2887563" y="711645"/>
                </a:lnTo>
                <a:lnTo>
                  <a:pt x="2903786" y="723795"/>
                </a:lnTo>
                <a:lnTo>
                  <a:pt x="2920008" y="691102"/>
                </a:lnTo>
                <a:lnTo>
                  <a:pt x="2936230" y="627035"/>
                </a:lnTo>
                <a:lnTo>
                  <a:pt x="2952452" y="545258"/>
                </a:lnTo>
                <a:lnTo>
                  <a:pt x="2968675" y="476433"/>
                </a:lnTo>
                <a:lnTo>
                  <a:pt x="2984897" y="482260"/>
                </a:lnTo>
                <a:lnTo>
                  <a:pt x="3001119" y="532424"/>
                </a:lnTo>
                <a:lnTo>
                  <a:pt x="3017341" y="593658"/>
                </a:lnTo>
                <a:lnTo>
                  <a:pt x="3033564" y="680906"/>
                </a:lnTo>
                <a:lnTo>
                  <a:pt x="3049786" y="774828"/>
                </a:lnTo>
                <a:lnTo>
                  <a:pt x="3066008" y="909600"/>
                </a:lnTo>
                <a:lnTo>
                  <a:pt x="3082230" y="1014110"/>
                </a:lnTo>
                <a:lnTo>
                  <a:pt x="3098453" y="1091683"/>
                </a:lnTo>
                <a:lnTo>
                  <a:pt x="3114675" y="1133734"/>
                </a:lnTo>
                <a:lnTo>
                  <a:pt x="3130897" y="1147043"/>
                </a:lnTo>
                <a:lnTo>
                  <a:pt x="3147120" y="1126666"/>
                </a:lnTo>
                <a:lnTo>
                  <a:pt x="3163342" y="1090100"/>
                </a:lnTo>
                <a:lnTo>
                  <a:pt x="3179564" y="1045060"/>
                </a:lnTo>
                <a:lnTo>
                  <a:pt x="3195786" y="1018767"/>
                </a:lnTo>
                <a:lnTo>
                  <a:pt x="3212009" y="1010504"/>
                </a:lnTo>
                <a:lnTo>
                  <a:pt x="3228231" y="1007165"/>
                </a:lnTo>
                <a:lnTo>
                  <a:pt x="3244453" y="1002728"/>
                </a:lnTo>
                <a:lnTo>
                  <a:pt x="3260675" y="990014"/>
                </a:lnTo>
                <a:lnTo>
                  <a:pt x="3276898" y="930503"/>
                </a:lnTo>
                <a:lnTo>
                  <a:pt x="3293120" y="877023"/>
                </a:lnTo>
                <a:lnTo>
                  <a:pt x="3309342" y="830078"/>
                </a:lnTo>
                <a:lnTo>
                  <a:pt x="3325564" y="819400"/>
                </a:lnTo>
                <a:lnTo>
                  <a:pt x="3341787" y="807918"/>
                </a:lnTo>
                <a:lnTo>
                  <a:pt x="3358009" y="808366"/>
                </a:lnTo>
                <a:lnTo>
                  <a:pt x="3374231" y="829284"/>
                </a:lnTo>
                <a:lnTo>
                  <a:pt x="3390454" y="821456"/>
                </a:lnTo>
                <a:lnTo>
                  <a:pt x="3406676" y="795917"/>
                </a:lnTo>
                <a:lnTo>
                  <a:pt x="3422898" y="719579"/>
                </a:lnTo>
                <a:lnTo>
                  <a:pt x="3439120" y="617947"/>
                </a:lnTo>
                <a:lnTo>
                  <a:pt x="3455343" y="528841"/>
                </a:lnTo>
                <a:lnTo>
                  <a:pt x="3471565" y="437666"/>
                </a:lnTo>
                <a:lnTo>
                  <a:pt x="3487787" y="344035"/>
                </a:lnTo>
                <a:lnTo>
                  <a:pt x="3504009" y="316377"/>
                </a:lnTo>
                <a:lnTo>
                  <a:pt x="3520232" y="336230"/>
                </a:lnTo>
                <a:lnTo>
                  <a:pt x="3536454" y="378186"/>
                </a:lnTo>
                <a:lnTo>
                  <a:pt x="3552676" y="428049"/>
                </a:lnTo>
                <a:lnTo>
                  <a:pt x="3568898" y="460256"/>
                </a:lnTo>
                <a:lnTo>
                  <a:pt x="3585121" y="463630"/>
                </a:lnTo>
                <a:lnTo>
                  <a:pt x="3601343" y="447728"/>
                </a:lnTo>
                <a:lnTo>
                  <a:pt x="3617565" y="469469"/>
                </a:lnTo>
                <a:lnTo>
                  <a:pt x="3633788" y="516758"/>
                </a:lnTo>
                <a:lnTo>
                  <a:pt x="3650010" y="608663"/>
                </a:lnTo>
                <a:lnTo>
                  <a:pt x="3666232" y="694972"/>
                </a:lnTo>
                <a:lnTo>
                  <a:pt x="3682454" y="751790"/>
                </a:lnTo>
                <a:lnTo>
                  <a:pt x="3698677" y="765915"/>
                </a:lnTo>
                <a:lnTo>
                  <a:pt x="3714899" y="737177"/>
                </a:lnTo>
                <a:lnTo>
                  <a:pt x="3731121" y="683539"/>
                </a:lnTo>
                <a:lnTo>
                  <a:pt x="3747343" y="606020"/>
                </a:lnTo>
                <a:lnTo>
                  <a:pt x="3763566" y="528952"/>
                </a:lnTo>
                <a:lnTo>
                  <a:pt x="3779788" y="493620"/>
                </a:lnTo>
                <a:lnTo>
                  <a:pt x="3796010" y="487662"/>
                </a:lnTo>
                <a:lnTo>
                  <a:pt x="3812232" y="496217"/>
                </a:lnTo>
                <a:lnTo>
                  <a:pt x="3828455" y="519870"/>
                </a:lnTo>
                <a:lnTo>
                  <a:pt x="3844677" y="562970"/>
                </a:lnTo>
                <a:lnTo>
                  <a:pt x="3860899" y="592441"/>
                </a:lnTo>
                <a:lnTo>
                  <a:pt x="3877121" y="600800"/>
                </a:lnTo>
                <a:lnTo>
                  <a:pt x="3893344" y="617068"/>
                </a:lnTo>
                <a:lnTo>
                  <a:pt x="3909566" y="581361"/>
                </a:lnTo>
                <a:lnTo>
                  <a:pt x="3925788" y="528318"/>
                </a:lnTo>
                <a:lnTo>
                  <a:pt x="3942011" y="479543"/>
                </a:lnTo>
                <a:lnTo>
                  <a:pt x="3958233" y="449013"/>
                </a:lnTo>
                <a:lnTo>
                  <a:pt x="3974455" y="437341"/>
                </a:lnTo>
                <a:lnTo>
                  <a:pt x="3990677" y="490954"/>
                </a:lnTo>
                <a:lnTo>
                  <a:pt x="4006900" y="583714"/>
                </a:lnTo>
                <a:lnTo>
                  <a:pt x="4023122" y="665916"/>
                </a:lnTo>
                <a:lnTo>
                  <a:pt x="4039344" y="696666"/>
                </a:lnTo>
                <a:lnTo>
                  <a:pt x="4055566" y="648243"/>
                </a:lnTo>
                <a:lnTo>
                  <a:pt x="4071789" y="589701"/>
                </a:lnTo>
                <a:lnTo>
                  <a:pt x="4088011" y="490718"/>
                </a:lnTo>
                <a:lnTo>
                  <a:pt x="4104233" y="375646"/>
                </a:lnTo>
                <a:lnTo>
                  <a:pt x="4120455" y="289444"/>
                </a:lnTo>
                <a:lnTo>
                  <a:pt x="4136678" y="231857"/>
                </a:ln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79994F"/>
            </a:solidFill>
            <a:prstDash val="solid"/>
          </a:ln>
        </p:spPr>
      </p:sp>
      <p:sp>
        <p:nvSpPr>
          <p:cNvPr id="1548" name="free-Particle 4">
            <a:extLst xmlns:a="http://schemas.openxmlformats.org/drawingml/2006/main">
              <a:ext uri="{FF2B5EF4-FFF2-40B4-BE49-F238E27FC236}">
                <a16:creationId xmlns:a16="http://schemas.microsoft.com/office/drawing/2014/main" id="{6102567A-E917-4742-8576-BEE78B2B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9029700"/>
            <a:ext cx="4152900" cy="1202201"/>
          </a:xfrm>
          <a:custGeom xmlns:a="http://schemas.openxmlformats.org/drawingml/2006/main">
            <a:pathLst>
              <a:path w="4152900" h="1202201">
                <a:moveTo>
                  <a:pt x="0" y="491139"/>
                </a:moveTo>
                <a:lnTo>
                  <a:pt x="16222" y="518327"/>
                </a:lnTo>
                <a:lnTo>
                  <a:pt x="32445" y="549162"/>
                </a:lnTo>
                <a:lnTo>
                  <a:pt x="48667" y="551320"/>
                </a:lnTo>
                <a:lnTo>
                  <a:pt x="64889" y="517700"/>
                </a:lnTo>
                <a:lnTo>
                  <a:pt x="81111" y="477949"/>
                </a:lnTo>
                <a:lnTo>
                  <a:pt x="97334" y="438032"/>
                </a:lnTo>
                <a:lnTo>
                  <a:pt x="113556" y="417939"/>
                </a:lnTo>
                <a:lnTo>
                  <a:pt x="129778" y="398384"/>
                </a:lnTo>
                <a:lnTo>
                  <a:pt x="146000" y="425396"/>
                </a:lnTo>
                <a:lnTo>
                  <a:pt x="162223" y="470528"/>
                </a:lnTo>
                <a:lnTo>
                  <a:pt x="178445" y="526255"/>
                </a:lnTo>
                <a:lnTo>
                  <a:pt x="194667" y="537304"/>
                </a:lnTo>
                <a:lnTo>
                  <a:pt x="210889" y="574024"/>
                </a:lnTo>
                <a:lnTo>
                  <a:pt x="227112" y="602155"/>
                </a:lnTo>
                <a:lnTo>
                  <a:pt x="243334" y="615925"/>
                </a:lnTo>
                <a:lnTo>
                  <a:pt x="259556" y="624852"/>
                </a:lnTo>
                <a:lnTo>
                  <a:pt x="275779" y="626832"/>
                </a:lnTo>
                <a:lnTo>
                  <a:pt x="292001" y="637516"/>
                </a:lnTo>
                <a:lnTo>
                  <a:pt x="308223" y="613903"/>
                </a:lnTo>
                <a:lnTo>
                  <a:pt x="324445" y="577076"/>
                </a:lnTo>
                <a:lnTo>
                  <a:pt x="340668" y="583641"/>
                </a:lnTo>
                <a:lnTo>
                  <a:pt x="356890" y="638917"/>
                </a:lnTo>
                <a:lnTo>
                  <a:pt x="373112" y="705980"/>
                </a:lnTo>
                <a:lnTo>
                  <a:pt x="389334" y="735742"/>
                </a:lnTo>
                <a:lnTo>
                  <a:pt x="405557" y="676998"/>
                </a:lnTo>
                <a:lnTo>
                  <a:pt x="421779" y="597817"/>
                </a:lnTo>
                <a:lnTo>
                  <a:pt x="438001" y="534429"/>
                </a:lnTo>
                <a:lnTo>
                  <a:pt x="454223" y="469321"/>
                </a:lnTo>
                <a:lnTo>
                  <a:pt x="470446" y="409791"/>
                </a:lnTo>
                <a:lnTo>
                  <a:pt x="486668" y="404795"/>
                </a:lnTo>
                <a:lnTo>
                  <a:pt x="502890" y="456573"/>
                </a:lnTo>
                <a:lnTo>
                  <a:pt x="519113" y="542830"/>
                </a:lnTo>
                <a:lnTo>
                  <a:pt x="535335" y="613942"/>
                </a:lnTo>
                <a:lnTo>
                  <a:pt x="551557" y="668793"/>
                </a:lnTo>
                <a:lnTo>
                  <a:pt x="567779" y="708454"/>
                </a:lnTo>
                <a:lnTo>
                  <a:pt x="584002" y="717612"/>
                </a:lnTo>
                <a:lnTo>
                  <a:pt x="600224" y="682325"/>
                </a:lnTo>
                <a:lnTo>
                  <a:pt x="616446" y="641139"/>
                </a:lnTo>
                <a:lnTo>
                  <a:pt x="632668" y="627823"/>
                </a:lnTo>
                <a:lnTo>
                  <a:pt x="648891" y="646636"/>
                </a:lnTo>
                <a:lnTo>
                  <a:pt x="665113" y="646985"/>
                </a:lnTo>
                <a:lnTo>
                  <a:pt x="681335" y="670955"/>
                </a:lnTo>
                <a:lnTo>
                  <a:pt x="697557" y="699927"/>
                </a:lnTo>
                <a:lnTo>
                  <a:pt x="713780" y="740194"/>
                </a:lnTo>
                <a:lnTo>
                  <a:pt x="730002" y="775631"/>
                </a:lnTo>
                <a:lnTo>
                  <a:pt x="746224" y="784894"/>
                </a:lnTo>
                <a:lnTo>
                  <a:pt x="762446" y="787188"/>
                </a:lnTo>
                <a:lnTo>
                  <a:pt x="778669" y="775740"/>
                </a:lnTo>
                <a:lnTo>
                  <a:pt x="794891" y="789239"/>
                </a:lnTo>
                <a:lnTo>
                  <a:pt x="811113" y="808951"/>
                </a:lnTo>
                <a:lnTo>
                  <a:pt x="827336" y="808720"/>
                </a:lnTo>
                <a:lnTo>
                  <a:pt x="843558" y="806656"/>
                </a:lnTo>
                <a:lnTo>
                  <a:pt x="859780" y="748469"/>
                </a:lnTo>
                <a:lnTo>
                  <a:pt x="876002" y="686536"/>
                </a:lnTo>
                <a:lnTo>
                  <a:pt x="892225" y="647548"/>
                </a:lnTo>
                <a:lnTo>
                  <a:pt x="908447" y="584603"/>
                </a:lnTo>
                <a:lnTo>
                  <a:pt x="924669" y="532276"/>
                </a:lnTo>
                <a:lnTo>
                  <a:pt x="940891" y="481912"/>
                </a:lnTo>
                <a:lnTo>
                  <a:pt x="957114" y="471621"/>
                </a:lnTo>
                <a:lnTo>
                  <a:pt x="973336" y="478749"/>
                </a:lnTo>
                <a:lnTo>
                  <a:pt x="989558" y="478643"/>
                </a:lnTo>
                <a:lnTo>
                  <a:pt x="1005780" y="482808"/>
                </a:lnTo>
                <a:lnTo>
                  <a:pt x="1022003" y="490636"/>
                </a:lnTo>
                <a:lnTo>
                  <a:pt x="1038225" y="521354"/>
                </a:lnTo>
                <a:lnTo>
                  <a:pt x="1054447" y="618057"/>
                </a:lnTo>
                <a:lnTo>
                  <a:pt x="1070670" y="709531"/>
                </a:lnTo>
                <a:lnTo>
                  <a:pt x="1086892" y="813980"/>
                </a:lnTo>
                <a:lnTo>
                  <a:pt x="1103114" y="908419"/>
                </a:lnTo>
                <a:lnTo>
                  <a:pt x="1119336" y="990239"/>
                </a:lnTo>
                <a:lnTo>
                  <a:pt x="1135559" y="1018892"/>
                </a:lnTo>
                <a:lnTo>
                  <a:pt x="1151781" y="1001842"/>
                </a:lnTo>
                <a:lnTo>
                  <a:pt x="1168003" y="921950"/>
                </a:lnTo>
                <a:lnTo>
                  <a:pt x="1184225" y="827465"/>
                </a:lnTo>
                <a:lnTo>
                  <a:pt x="1200448" y="718311"/>
                </a:lnTo>
                <a:lnTo>
                  <a:pt x="1216670" y="609855"/>
                </a:lnTo>
                <a:lnTo>
                  <a:pt x="1232892" y="504385"/>
                </a:lnTo>
                <a:lnTo>
                  <a:pt x="1249114" y="463163"/>
                </a:lnTo>
                <a:lnTo>
                  <a:pt x="1265337" y="458771"/>
                </a:lnTo>
                <a:lnTo>
                  <a:pt x="1281559" y="505490"/>
                </a:lnTo>
                <a:lnTo>
                  <a:pt x="1297781" y="554914"/>
                </a:lnTo>
                <a:lnTo>
                  <a:pt x="1314004" y="563609"/>
                </a:lnTo>
                <a:lnTo>
                  <a:pt x="1330226" y="519400"/>
                </a:lnTo>
                <a:lnTo>
                  <a:pt x="1346448" y="453378"/>
                </a:lnTo>
                <a:lnTo>
                  <a:pt x="1362670" y="356866"/>
                </a:lnTo>
                <a:lnTo>
                  <a:pt x="1378893" y="285716"/>
                </a:lnTo>
                <a:lnTo>
                  <a:pt x="1395115" y="257753"/>
                </a:lnTo>
                <a:lnTo>
                  <a:pt x="1411337" y="252779"/>
                </a:lnTo>
                <a:lnTo>
                  <a:pt x="1427559" y="260588"/>
                </a:lnTo>
                <a:lnTo>
                  <a:pt x="1443782" y="276272"/>
                </a:lnTo>
                <a:lnTo>
                  <a:pt x="1460004" y="248234"/>
                </a:lnTo>
                <a:lnTo>
                  <a:pt x="1476226" y="206253"/>
                </a:lnTo>
                <a:lnTo>
                  <a:pt x="1492448" y="169287"/>
                </a:lnTo>
                <a:lnTo>
                  <a:pt x="1508671" y="111213"/>
                </a:lnTo>
                <a:lnTo>
                  <a:pt x="1524893" y="92715"/>
                </a:lnTo>
                <a:lnTo>
                  <a:pt x="1541115" y="135458"/>
                </a:lnTo>
                <a:lnTo>
                  <a:pt x="1557338" y="236469"/>
                </a:lnTo>
                <a:lnTo>
                  <a:pt x="1573560" y="405663"/>
                </a:lnTo>
                <a:lnTo>
                  <a:pt x="1589782" y="585900"/>
                </a:lnTo>
                <a:lnTo>
                  <a:pt x="1606004" y="751703"/>
                </a:lnTo>
                <a:lnTo>
                  <a:pt x="1622227" y="910257"/>
                </a:lnTo>
                <a:lnTo>
                  <a:pt x="1638449" y="994360"/>
                </a:lnTo>
                <a:lnTo>
                  <a:pt x="1654671" y="986862"/>
                </a:lnTo>
                <a:lnTo>
                  <a:pt x="1670893" y="916075"/>
                </a:lnTo>
                <a:lnTo>
                  <a:pt x="1687116" y="797796"/>
                </a:lnTo>
                <a:lnTo>
                  <a:pt x="1703338" y="646613"/>
                </a:lnTo>
                <a:lnTo>
                  <a:pt x="1719560" y="532928"/>
                </a:lnTo>
                <a:lnTo>
                  <a:pt x="1735782" y="477081"/>
                </a:lnTo>
                <a:lnTo>
                  <a:pt x="1752005" y="495174"/>
                </a:lnTo>
                <a:lnTo>
                  <a:pt x="1768227" y="575303"/>
                </a:lnTo>
                <a:lnTo>
                  <a:pt x="1784449" y="682589"/>
                </a:lnTo>
                <a:lnTo>
                  <a:pt x="1800671" y="733167"/>
                </a:lnTo>
                <a:lnTo>
                  <a:pt x="1816894" y="763067"/>
                </a:lnTo>
                <a:lnTo>
                  <a:pt x="1833116" y="748433"/>
                </a:lnTo>
                <a:lnTo>
                  <a:pt x="1849338" y="706629"/>
                </a:lnTo>
                <a:lnTo>
                  <a:pt x="1865561" y="658498"/>
                </a:lnTo>
                <a:lnTo>
                  <a:pt x="1881783" y="631633"/>
                </a:lnTo>
                <a:lnTo>
                  <a:pt x="1898005" y="631048"/>
                </a:lnTo>
                <a:lnTo>
                  <a:pt x="1914227" y="648403"/>
                </a:lnTo>
                <a:lnTo>
                  <a:pt x="1930450" y="709367"/>
                </a:lnTo>
                <a:lnTo>
                  <a:pt x="1946672" y="774659"/>
                </a:lnTo>
                <a:lnTo>
                  <a:pt x="1962894" y="833441"/>
                </a:lnTo>
                <a:lnTo>
                  <a:pt x="1979116" y="903223"/>
                </a:lnTo>
                <a:lnTo>
                  <a:pt x="1995339" y="937405"/>
                </a:lnTo>
                <a:lnTo>
                  <a:pt x="2011561" y="917161"/>
                </a:lnTo>
                <a:lnTo>
                  <a:pt x="2027783" y="850833"/>
                </a:lnTo>
                <a:lnTo>
                  <a:pt x="2044005" y="775152"/>
                </a:lnTo>
                <a:lnTo>
                  <a:pt x="2060228" y="690382"/>
                </a:lnTo>
                <a:lnTo>
                  <a:pt x="2076450" y="610564"/>
                </a:lnTo>
                <a:lnTo>
                  <a:pt x="2092672" y="559228"/>
                </a:lnTo>
                <a:lnTo>
                  <a:pt x="2108895" y="514767"/>
                </a:lnTo>
                <a:lnTo>
                  <a:pt x="2125117" y="502277"/>
                </a:lnTo>
                <a:lnTo>
                  <a:pt x="2141339" y="504272"/>
                </a:lnTo>
                <a:lnTo>
                  <a:pt x="2157561" y="546819"/>
                </a:lnTo>
                <a:lnTo>
                  <a:pt x="2173784" y="559143"/>
                </a:lnTo>
                <a:lnTo>
                  <a:pt x="2190006" y="565328"/>
                </a:lnTo>
                <a:lnTo>
                  <a:pt x="2206228" y="599991"/>
                </a:lnTo>
                <a:lnTo>
                  <a:pt x="2222450" y="649397"/>
                </a:lnTo>
                <a:lnTo>
                  <a:pt x="2238673" y="709656"/>
                </a:lnTo>
                <a:lnTo>
                  <a:pt x="2254895" y="743622"/>
                </a:lnTo>
                <a:lnTo>
                  <a:pt x="2271117" y="761085"/>
                </a:lnTo>
                <a:lnTo>
                  <a:pt x="2287339" y="757081"/>
                </a:lnTo>
                <a:lnTo>
                  <a:pt x="2303562" y="766677"/>
                </a:lnTo>
                <a:lnTo>
                  <a:pt x="2319784" y="778920"/>
                </a:lnTo>
                <a:lnTo>
                  <a:pt x="2336006" y="798060"/>
                </a:lnTo>
                <a:lnTo>
                  <a:pt x="2352229" y="830193"/>
                </a:lnTo>
                <a:lnTo>
                  <a:pt x="2368451" y="848623"/>
                </a:lnTo>
                <a:lnTo>
                  <a:pt x="2384673" y="852244"/>
                </a:lnTo>
                <a:lnTo>
                  <a:pt x="2400895" y="826581"/>
                </a:lnTo>
                <a:lnTo>
                  <a:pt x="2417118" y="771998"/>
                </a:lnTo>
                <a:lnTo>
                  <a:pt x="2433340" y="721039"/>
                </a:lnTo>
                <a:lnTo>
                  <a:pt x="2449562" y="668625"/>
                </a:lnTo>
                <a:lnTo>
                  <a:pt x="2465784" y="634767"/>
                </a:lnTo>
                <a:lnTo>
                  <a:pt x="2482007" y="610446"/>
                </a:lnTo>
                <a:lnTo>
                  <a:pt x="2498229" y="610808"/>
                </a:lnTo>
                <a:lnTo>
                  <a:pt x="2514451" y="652280"/>
                </a:lnTo>
                <a:lnTo>
                  <a:pt x="2530673" y="673037"/>
                </a:lnTo>
                <a:lnTo>
                  <a:pt x="2546896" y="671394"/>
                </a:lnTo>
                <a:lnTo>
                  <a:pt x="2563118" y="668951"/>
                </a:lnTo>
                <a:lnTo>
                  <a:pt x="2579340" y="638489"/>
                </a:lnTo>
                <a:lnTo>
                  <a:pt x="2595563" y="564686"/>
                </a:lnTo>
                <a:lnTo>
                  <a:pt x="2611785" y="505068"/>
                </a:lnTo>
                <a:lnTo>
                  <a:pt x="2628007" y="478159"/>
                </a:lnTo>
                <a:lnTo>
                  <a:pt x="2644229" y="495347"/>
                </a:lnTo>
                <a:lnTo>
                  <a:pt x="2660452" y="579088"/>
                </a:lnTo>
                <a:lnTo>
                  <a:pt x="2676674" y="679586"/>
                </a:lnTo>
                <a:lnTo>
                  <a:pt x="2692896" y="764445"/>
                </a:lnTo>
                <a:lnTo>
                  <a:pt x="2709118" y="853484"/>
                </a:lnTo>
                <a:lnTo>
                  <a:pt x="2725341" y="904912"/>
                </a:lnTo>
                <a:lnTo>
                  <a:pt x="2741563" y="943585"/>
                </a:lnTo>
                <a:lnTo>
                  <a:pt x="2757785" y="942765"/>
                </a:lnTo>
                <a:lnTo>
                  <a:pt x="2774007" y="926232"/>
                </a:lnTo>
                <a:lnTo>
                  <a:pt x="2790230" y="880987"/>
                </a:lnTo>
                <a:lnTo>
                  <a:pt x="2806452" y="857022"/>
                </a:lnTo>
                <a:lnTo>
                  <a:pt x="2822674" y="827233"/>
                </a:lnTo>
                <a:lnTo>
                  <a:pt x="2838896" y="750971"/>
                </a:lnTo>
                <a:lnTo>
                  <a:pt x="2855119" y="640029"/>
                </a:lnTo>
                <a:lnTo>
                  <a:pt x="2871341" y="516128"/>
                </a:lnTo>
                <a:lnTo>
                  <a:pt x="2887563" y="462251"/>
                </a:lnTo>
                <a:lnTo>
                  <a:pt x="2903786" y="488279"/>
                </a:lnTo>
                <a:lnTo>
                  <a:pt x="2920008" y="569665"/>
                </a:lnTo>
                <a:lnTo>
                  <a:pt x="2936230" y="694629"/>
                </a:lnTo>
                <a:lnTo>
                  <a:pt x="2952452" y="828967"/>
                </a:lnTo>
                <a:lnTo>
                  <a:pt x="2968675" y="929588"/>
                </a:lnTo>
                <a:lnTo>
                  <a:pt x="2984897" y="991198"/>
                </a:lnTo>
                <a:lnTo>
                  <a:pt x="3001119" y="956870"/>
                </a:lnTo>
                <a:lnTo>
                  <a:pt x="3017341" y="880139"/>
                </a:lnTo>
                <a:lnTo>
                  <a:pt x="3033564" y="745985"/>
                </a:lnTo>
                <a:lnTo>
                  <a:pt x="3049786" y="618334"/>
                </a:lnTo>
                <a:lnTo>
                  <a:pt x="3066008" y="528757"/>
                </a:lnTo>
                <a:lnTo>
                  <a:pt x="3082230" y="460154"/>
                </a:lnTo>
                <a:lnTo>
                  <a:pt x="3098453" y="418237"/>
                </a:lnTo>
                <a:lnTo>
                  <a:pt x="3114675" y="395601"/>
                </a:lnTo>
                <a:lnTo>
                  <a:pt x="3130897" y="385671"/>
                </a:lnTo>
                <a:lnTo>
                  <a:pt x="3147120" y="336731"/>
                </a:lnTo>
                <a:lnTo>
                  <a:pt x="3163342" y="296662"/>
                </a:lnTo>
                <a:lnTo>
                  <a:pt x="3179564" y="269480"/>
                </a:lnTo>
                <a:lnTo>
                  <a:pt x="3195786" y="230346"/>
                </a:lnTo>
                <a:lnTo>
                  <a:pt x="3212009" y="220412"/>
                </a:lnTo>
                <a:lnTo>
                  <a:pt x="3228231" y="223230"/>
                </a:lnTo>
                <a:lnTo>
                  <a:pt x="3244453" y="245414"/>
                </a:lnTo>
                <a:lnTo>
                  <a:pt x="3260675" y="296533"/>
                </a:lnTo>
                <a:lnTo>
                  <a:pt x="3276898" y="358158"/>
                </a:lnTo>
                <a:lnTo>
                  <a:pt x="3293120" y="406358"/>
                </a:lnTo>
                <a:lnTo>
                  <a:pt x="3309342" y="435482"/>
                </a:lnTo>
                <a:lnTo>
                  <a:pt x="3325564" y="439651"/>
                </a:lnTo>
                <a:lnTo>
                  <a:pt x="3341787" y="409791"/>
                </a:lnTo>
                <a:lnTo>
                  <a:pt x="3358009" y="372675"/>
                </a:lnTo>
                <a:lnTo>
                  <a:pt x="3374231" y="330309"/>
                </a:lnTo>
                <a:lnTo>
                  <a:pt x="3390454" y="333079"/>
                </a:lnTo>
                <a:lnTo>
                  <a:pt x="3406676" y="359029"/>
                </a:lnTo>
                <a:lnTo>
                  <a:pt x="3422898" y="417585"/>
                </a:lnTo>
                <a:lnTo>
                  <a:pt x="3439120" y="508282"/>
                </a:lnTo>
                <a:lnTo>
                  <a:pt x="3455343" y="629014"/>
                </a:lnTo>
                <a:lnTo>
                  <a:pt x="3471565" y="717124"/>
                </a:lnTo>
                <a:lnTo>
                  <a:pt x="3487787" y="778605"/>
                </a:lnTo>
                <a:lnTo>
                  <a:pt x="3504009" y="815909"/>
                </a:lnTo>
                <a:lnTo>
                  <a:pt x="3520232" y="811151"/>
                </a:lnTo>
                <a:lnTo>
                  <a:pt x="3536454" y="836005"/>
                </a:lnTo>
                <a:lnTo>
                  <a:pt x="3552676" y="872782"/>
                </a:lnTo>
                <a:lnTo>
                  <a:pt x="3568898" y="933519"/>
                </a:lnTo>
                <a:lnTo>
                  <a:pt x="3585121" y="1010459"/>
                </a:lnTo>
                <a:lnTo>
                  <a:pt x="3601343" y="1085293"/>
                </a:lnTo>
                <a:lnTo>
                  <a:pt x="3617565" y="1136697"/>
                </a:lnTo>
                <a:lnTo>
                  <a:pt x="3633788" y="1144966"/>
                </a:lnTo>
                <a:lnTo>
                  <a:pt x="3650010" y="1096491"/>
                </a:lnTo>
                <a:lnTo>
                  <a:pt x="3666232" y="989659"/>
                </a:lnTo>
                <a:lnTo>
                  <a:pt x="3682454" y="834793"/>
                </a:lnTo>
                <a:lnTo>
                  <a:pt x="3698677" y="687585"/>
                </a:lnTo>
                <a:lnTo>
                  <a:pt x="3714899" y="588647"/>
                </a:lnTo>
                <a:lnTo>
                  <a:pt x="3731121" y="517111"/>
                </a:lnTo>
                <a:lnTo>
                  <a:pt x="3747343" y="482838"/>
                </a:lnTo>
                <a:lnTo>
                  <a:pt x="3763566" y="499434"/>
                </a:lnTo>
                <a:lnTo>
                  <a:pt x="3779788" y="535711"/>
                </a:lnTo>
                <a:lnTo>
                  <a:pt x="3796010" y="590669"/>
                </a:lnTo>
                <a:lnTo>
                  <a:pt x="3812232" y="601409"/>
                </a:lnTo>
                <a:lnTo>
                  <a:pt x="3828455" y="593452"/>
                </a:lnTo>
                <a:lnTo>
                  <a:pt x="3844677" y="576585"/>
                </a:lnTo>
                <a:lnTo>
                  <a:pt x="3860899" y="559953"/>
                </a:lnTo>
                <a:lnTo>
                  <a:pt x="3877121" y="522668"/>
                </a:lnTo>
                <a:lnTo>
                  <a:pt x="3893344" y="494208"/>
                </a:lnTo>
                <a:lnTo>
                  <a:pt x="3909566" y="467450"/>
                </a:lnTo>
                <a:lnTo>
                  <a:pt x="3925788" y="446212"/>
                </a:lnTo>
                <a:lnTo>
                  <a:pt x="3942011" y="453096"/>
                </a:lnTo>
                <a:lnTo>
                  <a:pt x="3958233" y="460114"/>
                </a:lnTo>
                <a:lnTo>
                  <a:pt x="3974455" y="461018"/>
                </a:lnTo>
                <a:lnTo>
                  <a:pt x="3990677" y="493090"/>
                </a:lnTo>
                <a:lnTo>
                  <a:pt x="4006900" y="542454"/>
                </a:lnTo>
                <a:lnTo>
                  <a:pt x="4023122" y="631969"/>
                </a:lnTo>
                <a:lnTo>
                  <a:pt x="4039344" y="701262"/>
                </a:lnTo>
                <a:lnTo>
                  <a:pt x="4055566" y="748494"/>
                </a:lnTo>
                <a:lnTo>
                  <a:pt x="4071789" y="750480"/>
                </a:lnTo>
                <a:lnTo>
                  <a:pt x="4088011" y="738105"/>
                </a:lnTo>
                <a:lnTo>
                  <a:pt x="4104233" y="700463"/>
                </a:lnTo>
                <a:lnTo>
                  <a:pt x="4120455" y="670970"/>
                </a:lnTo>
                <a:lnTo>
                  <a:pt x="4136678" y="632883"/>
                </a:ln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B3C695"/>
            </a:solidFill>
            <a:prstDash val="solid"/>
          </a:ln>
        </p:spPr>
      </p:sp>
      <p:sp>
        <p:nvSpPr>
          <p:cNvPr id="1549" name="recurrence-to-paths-0-14">
            <a:extLst xmlns:a="http://schemas.openxmlformats.org/drawingml/2006/main">
              <a:ext uri="{FF2B5EF4-FFF2-40B4-BE49-F238E27FC236}">
                <a16:creationId xmlns:a16="http://schemas.microsoft.com/office/drawing/2014/main" id="{958ED2CA-F341-42BA-BDF1-2063338E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071" y="8618696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50" name="recurrence-to-paths-1-15">
            <a:extLst xmlns:a="http://schemas.openxmlformats.org/drawingml/2006/main">
              <a:ext uri="{FF2B5EF4-FFF2-40B4-BE49-F238E27FC236}">
                <a16:creationId xmlns:a16="http://schemas.microsoft.com/office/drawing/2014/main" id="{370B6473-33B6-4420-A208-00B86290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071" y="8952071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64" name=""/>
          <p:cNvCxnSpPr>
            <a:stCxn xmlns:a="http://schemas.openxmlformats.org/drawingml/2006/main" id="1549" idx="4"/>
            <a:endCxn xmlns:a="http://schemas.openxmlformats.org/drawingml/2006/main" id="1550" idx="0"/>
          </p:cNvCxnSpPr>
          <p:nvPr/>
        </p:nvCxnSpPr>
        <p:spPr>
          <a:xfrm xmlns:a="http://schemas.openxmlformats.org/drawingml/2006/main">
            <a:off x="8572500" y="8621554"/>
            <a:ext cx="0" cy="3305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5944C"/>
            </a:solidFill>
            <a:prstDash val="solid"/>
            <a:tailEnd type="triangle" w="sm" len="sm"/>
          </a:ln>
        </p:spPr>
      </p:cxnSp>
      <p:sp>
        <p:nvSpPr>
          <p:cNvPr id="1552" name="autonomous-paths-label">
            <a:extLst xmlns:a="http://schemas.openxmlformats.org/drawingml/2006/main">
              <a:ext uri="{FF2B5EF4-FFF2-40B4-BE49-F238E27FC236}">
                <a16:creationId xmlns:a16="http://schemas.microsoft.com/office/drawing/2014/main" id="{BA121BE0-6F32-4DF0-BD57-05681B5A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03155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Autonomous particle paths</a:t>
            </a:r>
          </a:p>
        </p:txBody>
      </p:sp>
      <p:sp>
        <p:nvSpPr>
          <p:cNvPr id="1553" name="32-particle-empirical-law">
            <a:extLst xmlns:a="http://schemas.openxmlformats.org/drawingml/2006/main">
              <a:ext uri="{FF2B5EF4-FFF2-40B4-BE49-F238E27FC236}">
                <a16:creationId xmlns:a16="http://schemas.microsoft.com/office/drawing/2014/main" id="{658C7CB4-9BDF-4055-84CE-A55846DB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0906125"/>
            <a:ext cx="4191000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EFF5E8"/>
          </a:solidFill>
          <a:ln xmlns:a="http://schemas.openxmlformats.org/drawingml/2006/main" w="16193">
            <a:solidFill>
              <a:srgbClr val="75944C"/>
            </a:solidFill>
            <a:prstDash val="solid"/>
          </a:ln>
        </p:spPr>
      </p:sp>
      <p:sp>
        <p:nvSpPr>
          <p:cNvPr id="1554" name="empirical-heading">
            <a:extLst xmlns:a="http://schemas.openxmlformats.org/drawingml/2006/main">
              <a:ext uri="{FF2B5EF4-FFF2-40B4-BE49-F238E27FC236}">
                <a16:creationId xmlns:a16="http://schemas.microsoft.com/office/drawing/2014/main" id="{4ACCC8BF-7FE3-410B-92E6-70F01124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0991850"/>
            <a:ext cx="403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32-particle empirical law</a:t>
            </a:r>
          </a:p>
        </p:txBody>
      </p:sp>
      <p:sp>
        <p:nvSpPr>
          <p:cNvPr id="1555" name="empirical-mu-0-base">
            <a:extLst xmlns:a="http://schemas.openxmlformats.org/drawingml/2006/main">
              <a:ext uri="{FF2B5EF4-FFF2-40B4-BE49-F238E27FC236}">
                <a16:creationId xmlns:a16="http://schemas.microsoft.com/office/drawing/2014/main" id="{4F3479AC-164D-43CF-9E48-6D43A583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393" y="11239500"/>
            <a:ext cx="132588" cy="278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rPr>
              <a:t>μ</a:t>
            </a:r>
          </a:p>
        </p:txBody>
      </p:sp>
      <p:sp>
        <p:nvSpPr>
          <p:cNvPr id="1556" name="empirical-mu-0-sub">
            <a:extLst xmlns:a="http://schemas.openxmlformats.org/drawingml/2006/main">
              <a:ext uri="{FF2B5EF4-FFF2-40B4-BE49-F238E27FC236}">
                <a16:creationId xmlns:a16="http://schemas.microsoft.com/office/drawing/2014/main" id="{32785369-3321-4211-9A57-84F43CAF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456" y="11399520"/>
            <a:ext cx="100584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98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defRPr>
            </a:pPr>
            <a:r>
              <a:rPr sz="1098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rPr>
              <a:t>k</a:t>
            </a:r>
          </a:p>
        </p:txBody>
      </p:sp>
      <p:sp>
        <p:nvSpPr>
          <p:cNvPr id="1557" name="empirical-mu-0-sup">
            <a:extLst xmlns:a="http://schemas.openxmlformats.org/drawingml/2006/main">
              <a:ext uri="{FF2B5EF4-FFF2-40B4-BE49-F238E27FC236}">
                <a16:creationId xmlns:a16="http://schemas.microsoft.com/office/drawing/2014/main" id="{186EBABA-569C-4048-92A2-F8D517F4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456" y="11216640"/>
            <a:ext cx="100584" cy="153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98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defRPr>
            </a:pPr>
            <a:r>
              <a:rPr sz="1098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rPr>
              <a:t>M</a:t>
            </a:r>
          </a:p>
        </p:txBody>
      </p:sp>
      <p:sp>
        <p:nvSpPr>
          <p:cNvPr id="1558" name="empirical-mu-1-base">
            <a:extLst xmlns:a="http://schemas.openxmlformats.org/drawingml/2006/main">
              <a:ext uri="{FF2B5EF4-FFF2-40B4-BE49-F238E27FC236}">
                <a16:creationId xmlns:a16="http://schemas.microsoft.com/office/drawing/2014/main" id="{4F913F8C-05B9-4048-A814-1EA2D5A5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9565" y="11239500"/>
            <a:ext cx="121158" cy="278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rPr>
              <a:t>=</a:t>
            </a:r>
          </a:p>
        </p:txBody>
      </p:sp>
      <p:sp>
        <p:nvSpPr>
          <p:cNvPr id="1559" name="empirical-mu-2-base">
            <a:extLst xmlns:a="http://schemas.openxmlformats.org/drawingml/2006/main">
              <a:ext uri="{FF2B5EF4-FFF2-40B4-BE49-F238E27FC236}">
                <a16:creationId xmlns:a16="http://schemas.microsoft.com/office/drawing/2014/main" id="{A097DBB0-6397-4F49-8AD0-A61D3D7B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8155" y="11239500"/>
            <a:ext cx="397764" cy="278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rPr>
              <a:t>1/M</a:t>
            </a:r>
          </a:p>
        </p:txBody>
      </p:sp>
      <p:sp>
        <p:nvSpPr>
          <p:cNvPr id="1560" name="empirical-mu-3-base">
            <a:extLst xmlns:a="http://schemas.openxmlformats.org/drawingml/2006/main">
              <a:ext uri="{FF2B5EF4-FFF2-40B4-BE49-F238E27FC236}">
                <a16:creationId xmlns:a16="http://schemas.microsoft.com/office/drawing/2014/main" id="{155ADA40-4DBF-4D15-A6CD-B70603EE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3351" y="11239500"/>
            <a:ext cx="132588" cy="278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rPr>
              <a:t>Σ</a:t>
            </a:r>
          </a:p>
        </p:txBody>
      </p:sp>
      <p:sp>
        <p:nvSpPr>
          <p:cNvPr id="1561" name="empirical-mu-3-sub">
            <a:extLst xmlns:a="http://schemas.openxmlformats.org/drawingml/2006/main">
              <a:ext uri="{FF2B5EF4-FFF2-40B4-BE49-F238E27FC236}">
                <a16:creationId xmlns:a16="http://schemas.microsoft.com/office/drawing/2014/main" id="{A600E402-661B-49D4-870F-37F28B38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6414" y="11399520"/>
            <a:ext cx="246888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98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defRPr>
            </a:pPr>
            <a:r>
              <a:rPr sz="1098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rPr>
              <a:t>m=1</a:t>
            </a:r>
          </a:p>
        </p:txBody>
      </p:sp>
      <p:sp>
        <p:nvSpPr>
          <p:cNvPr id="1562" name="empirical-mu-3-sup">
            <a:extLst xmlns:a="http://schemas.openxmlformats.org/drawingml/2006/main">
              <a:ext uri="{FF2B5EF4-FFF2-40B4-BE49-F238E27FC236}">
                <a16:creationId xmlns:a16="http://schemas.microsoft.com/office/drawing/2014/main" id="{4BD29E17-2B3E-441B-93D8-63D6FCB1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6414" y="11216640"/>
            <a:ext cx="246888" cy="153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98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defRPr>
            </a:pPr>
            <a:r>
              <a:rPr sz="1098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rPr>
              <a:t>M</a:t>
            </a:r>
          </a:p>
        </p:txBody>
      </p:sp>
      <p:sp>
        <p:nvSpPr>
          <p:cNvPr id="1563" name="empirical-mu-4-base">
            <a:extLst xmlns:a="http://schemas.openxmlformats.org/drawingml/2006/main">
              <a:ext uri="{FF2B5EF4-FFF2-40B4-BE49-F238E27FC236}">
                <a16:creationId xmlns:a16="http://schemas.microsoft.com/office/drawing/2014/main" id="{75C94908-2A0F-4DB4-B083-155EA526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827" y="11239500"/>
            <a:ext cx="132588" cy="278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rPr>
              <a:t>δ</a:t>
            </a:r>
          </a:p>
        </p:txBody>
      </p:sp>
      <p:sp>
        <p:nvSpPr>
          <p:cNvPr id="1564" name="empirical-mu-4-sub">
            <a:extLst xmlns:a="http://schemas.openxmlformats.org/drawingml/2006/main">
              <a:ext uri="{FF2B5EF4-FFF2-40B4-BE49-F238E27FC236}">
                <a16:creationId xmlns:a16="http://schemas.microsoft.com/office/drawing/2014/main" id="{7A901C30-2482-4E22-8E2F-AE943152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890" y="11399520"/>
            <a:ext cx="393192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98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defRPr>
            </a:pPr>
            <a:r>
              <a:rPr sz="1098" b="0" i="0">
                <a:solidFill>
                  <a:srgbClr val="75944C"/>
                </a:solidFill>
                <a:latin typeface="Cambria Math"/>
                <a:ea typeface="Cambria Math"/>
                <a:cs typeface="Cambria Math"/>
              </a:rPr>
              <a:t>xₖ⁽ᵐ⁾</a:t>
            </a:r>
          </a:p>
        </p:txBody>
      </p:sp>
      <p:sp>
        <p:nvSpPr>
          <p:cNvPr id="1565" name="reference-density-fill">
            <a:extLst xmlns:a="http://schemas.openxmlformats.org/drawingml/2006/main">
              <a:ext uri="{FF2B5EF4-FFF2-40B4-BE49-F238E27FC236}">
                <a16:creationId xmlns:a16="http://schemas.microsoft.com/office/drawing/2014/main" id="{8F9A6B22-EBE9-4322-B861-E81A22C1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1905000"/>
            <a:ext cx="4171950" cy="852015"/>
          </a:xfrm>
          <a:custGeom xmlns:a="http://schemas.openxmlformats.org/drawingml/2006/main">
            <a:pathLst>
              <a:path w="4171950" h="852015">
                <a:moveTo>
                  <a:pt x="0" y="813287"/>
                </a:moveTo>
                <a:lnTo>
                  <a:pt x="0" y="813287"/>
                </a:lnTo>
                <a:lnTo>
                  <a:pt x="13953" y="813287"/>
                </a:lnTo>
                <a:lnTo>
                  <a:pt x="27906" y="813287"/>
                </a:lnTo>
                <a:lnTo>
                  <a:pt x="41859" y="813287"/>
                </a:lnTo>
                <a:lnTo>
                  <a:pt x="55812" y="813287"/>
                </a:lnTo>
                <a:lnTo>
                  <a:pt x="69765" y="813287"/>
                </a:lnTo>
                <a:lnTo>
                  <a:pt x="83718" y="813287"/>
                </a:lnTo>
                <a:lnTo>
                  <a:pt x="97671" y="813287"/>
                </a:lnTo>
                <a:lnTo>
                  <a:pt x="111624" y="813287"/>
                </a:lnTo>
                <a:lnTo>
                  <a:pt x="125577" y="813287"/>
                </a:lnTo>
                <a:lnTo>
                  <a:pt x="139530" y="813287"/>
                </a:lnTo>
                <a:lnTo>
                  <a:pt x="153483" y="813287"/>
                </a:lnTo>
                <a:lnTo>
                  <a:pt x="167436" y="813287"/>
                </a:lnTo>
                <a:lnTo>
                  <a:pt x="181389" y="813287"/>
                </a:lnTo>
                <a:lnTo>
                  <a:pt x="195342" y="813287"/>
                </a:lnTo>
                <a:lnTo>
                  <a:pt x="209295" y="813287"/>
                </a:lnTo>
                <a:lnTo>
                  <a:pt x="223248" y="813287"/>
                </a:lnTo>
                <a:lnTo>
                  <a:pt x="237201" y="813287"/>
                </a:lnTo>
                <a:lnTo>
                  <a:pt x="251154" y="813287"/>
                </a:lnTo>
                <a:lnTo>
                  <a:pt x="265107" y="813287"/>
                </a:lnTo>
                <a:lnTo>
                  <a:pt x="279060" y="813287"/>
                </a:lnTo>
                <a:lnTo>
                  <a:pt x="293013" y="813287"/>
                </a:lnTo>
                <a:lnTo>
                  <a:pt x="306966" y="813287"/>
                </a:lnTo>
                <a:lnTo>
                  <a:pt x="320919" y="813287"/>
                </a:lnTo>
                <a:lnTo>
                  <a:pt x="334872" y="813287"/>
                </a:lnTo>
                <a:lnTo>
                  <a:pt x="348825" y="813287"/>
                </a:lnTo>
                <a:lnTo>
                  <a:pt x="362778" y="813287"/>
                </a:lnTo>
                <a:lnTo>
                  <a:pt x="376731" y="813287"/>
                </a:lnTo>
                <a:lnTo>
                  <a:pt x="390684" y="813287"/>
                </a:lnTo>
                <a:lnTo>
                  <a:pt x="404637" y="813287"/>
                </a:lnTo>
                <a:lnTo>
                  <a:pt x="418590" y="813287"/>
                </a:lnTo>
                <a:lnTo>
                  <a:pt x="432543" y="813287"/>
                </a:lnTo>
                <a:lnTo>
                  <a:pt x="446496" y="813287"/>
                </a:lnTo>
                <a:lnTo>
                  <a:pt x="460449" y="813287"/>
                </a:lnTo>
                <a:lnTo>
                  <a:pt x="474402" y="813287"/>
                </a:lnTo>
                <a:lnTo>
                  <a:pt x="488355" y="813287"/>
                </a:lnTo>
                <a:lnTo>
                  <a:pt x="502308" y="813287"/>
                </a:lnTo>
                <a:lnTo>
                  <a:pt x="516261" y="813287"/>
                </a:lnTo>
                <a:lnTo>
                  <a:pt x="530214" y="813287"/>
                </a:lnTo>
                <a:lnTo>
                  <a:pt x="544167" y="813287"/>
                </a:lnTo>
                <a:lnTo>
                  <a:pt x="558120" y="813287"/>
                </a:lnTo>
                <a:lnTo>
                  <a:pt x="572073" y="813287"/>
                </a:lnTo>
                <a:lnTo>
                  <a:pt x="586026" y="813287"/>
                </a:lnTo>
                <a:lnTo>
                  <a:pt x="599979" y="813287"/>
                </a:lnTo>
                <a:lnTo>
                  <a:pt x="613932" y="813287"/>
                </a:lnTo>
                <a:lnTo>
                  <a:pt x="627885" y="813287"/>
                </a:lnTo>
                <a:lnTo>
                  <a:pt x="641838" y="813287"/>
                </a:lnTo>
                <a:lnTo>
                  <a:pt x="655791" y="813287"/>
                </a:lnTo>
                <a:lnTo>
                  <a:pt x="669744" y="813287"/>
                </a:lnTo>
                <a:lnTo>
                  <a:pt x="683697" y="813287"/>
                </a:lnTo>
                <a:lnTo>
                  <a:pt x="697651" y="813287"/>
                </a:lnTo>
                <a:lnTo>
                  <a:pt x="711604" y="813287"/>
                </a:lnTo>
                <a:lnTo>
                  <a:pt x="725557" y="813287"/>
                </a:lnTo>
                <a:lnTo>
                  <a:pt x="739510" y="813287"/>
                </a:lnTo>
                <a:lnTo>
                  <a:pt x="753463" y="813287"/>
                </a:lnTo>
                <a:lnTo>
                  <a:pt x="767416" y="813287"/>
                </a:lnTo>
                <a:lnTo>
                  <a:pt x="781369" y="813287"/>
                </a:lnTo>
                <a:lnTo>
                  <a:pt x="795322" y="813287"/>
                </a:lnTo>
                <a:lnTo>
                  <a:pt x="809275" y="813287"/>
                </a:lnTo>
                <a:lnTo>
                  <a:pt x="823228" y="813287"/>
                </a:lnTo>
                <a:lnTo>
                  <a:pt x="837181" y="813287"/>
                </a:lnTo>
                <a:lnTo>
                  <a:pt x="851134" y="813287"/>
                </a:lnTo>
                <a:lnTo>
                  <a:pt x="865087" y="813287"/>
                </a:lnTo>
                <a:lnTo>
                  <a:pt x="879040" y="813286"/>
                </a:lnTo>
                <a:lnTo>
                  <a:pt x="892993" y="813286"/>
                </a:lnTo>
                <a:lnTo>
                  <a:pt x="906946" y="813286"/>
                </a:lnTo>
                <a:lnTo>
                  <a:pt x="920899" y="813286"/>
                </a:lnTo>
                <a:lnTo>
                  <a:pt x="934852" y="813285"/>
                </a:lnTo>
                <a:lnTo>
                  <a:pt x="948805" y="813285"/>
                </a:lnTo>
                <a:lnTo>
                  <a:pt x="962758" y="813284"/>
                </a:lnTo>
                <a:lnTo>
                  <a:pt x="976711" y="813283"/>
                </a:lnTo>
                <a:lnTo>
                  <a:pt x="990664" y="813281"/>
                </a:lnTo>
                <a:lnTo>
                  <a:pt x="1004617" y="813279"/>
                </a:lnTo>
                <a:lnTo>
                  <a:pt x="1018570" y="813277"/>
                </a:lnTo>
                <a:lnTo>
                  <a:pt x="1032523" y="813274"/>
                </a:lnTo>
                <a:lnTo>
                  <a:pt x="1046476" y="813270"/>
                </a:lnTo>
                <a:lnTo>
                  <a:pt x="1060429" y="813264"/>
                </a:lnTo>
                <a:lnTo>
                  <a:pt x="1074382" y="813258"/>
                </a:lnTo>
                <a:lnTo>
                  <a:pt x="1088335" y="813249"/>
                </a:lnTo>
                <a:lnTo>
                  <a:pt x="1102288" y="813237"/>
                </a:lnTo>
                <a:lnTo>
                  <a:pt x="1116241" y="813223"/>
                </a:lnTo>
                <a:lnTo>
                  <a:pt x="1130194" y="813204"/>
                </a:lnTo>
                <a:lnTo>
                  <a:pt x="1144147" y="813181"/>
                </a:lnTo>
                <a:lnTo>
                  <a:pt x="1158100" y="813151"/>
                </a:lnTo>
                <a:lnTo>
                  <a:pt x="1172053" y="813114"/>
                </a:lnTo>
                <a:lnTo>
                  <a:pt x="1186006" y="813068"/>
                </a:lnTo>
                <a:lnTo>
                  <a:pt x="1199959" y="813010"/>
                </a:lnTo>
                <a:lnTo>
                  <a:pt x="1213912" y="812938"/>
                </a:lnTo>
                <a:lnTo>
                  <a:pt x="1227865" y="812848"/>
                </a:lnTo>
                <a:lnTo>
                  <a:pt x="1241818" y="812738"/>
                </a:lnTo>
                <a:lnTo>
                  <a:pt x="1255771" y="812602"/>
                </a:lnTo>
                <a:lnTo>
                  <a:pt x="1269724" y="812436"/>
                </a:lnTo>
                <a:lnTo>
                  <a:pt x="1283677" y="812233"/>
                </a:lnTo>
                <a:lnTo>
                  <a:pt x="1297630" y="811986"/>
                </a:lnTo>
                <a:lnTo>
                  <a:pt x="1311583" y="811686"/>
                </a:lnTo>
                <a:lnTo>
                  <a:pt x="1325536" y="811325"/>
                </a:lnTo>
                <a:lnTo>
                  <a:pt x="1339489" y="810890"/>
                </a:lnTo>
                <a:lnTo>
                  <a:pt x="1353442" y="810368"/>
                </a:lnTo>
                <a:lnTo>
                  <a:pt x="1367395" y="809745"/>
                </a:lnTo>
                <a:lnTo>
                  <a:pt x="1381348" y="809004"/>
                </a:lnTo>
                <a:lnTo>
                  <a:pt x="1395301" y="808125"/>
                </a:lnTo>
                <a:lnTo>
                  <a:pt x="1409254" y="807087"/>
                </a:lnTo>
                <a:lnTo>
                  <a:pt x="1423207" y="805866"/>
                </a:lnTo>
                <a:lnTo>
                  <a:pt x="1437160" y="804433"/>
                </a:lnTo>
                <a:lnTo>
                  <a:pt x="1451113" y="802760"/>
                </a:lnTo>
                <a:lnTo>
                  <a:pt x="1465066" y="800812"/>
                </a:lnTo>
                <a:lnTo>
                  <a:pt x="1479019" y="798554"/>
                </a:lnTo>
                <a:lnTo>
                  <a:pt x="1492972" y="795946"/>
                </a:lnTo>
                <a:lnTo>
                  <a:pt x="1506925" y="792945"/>
                </a:lnTo>
                <a:lnTo>
                  <a:pt x="1520878" y="789505"/>
                </a:lnTo>
                <a:lnTo>
                  <a:pt x="1534831" y="785577"/>
                </a:lnTo>
                <a:lnTo>
                  <a:pt x="1548784" y="781110"/>
                </a:lnTo>
                <a:lnTo>
                  <a:pt x="1562737" y="776049"/>
                </a:lnTo>
                <a:lnTo>
                  <a:pt x="1576690" y="770337"/>
                </a:lnTo>
                <a:lnTo>
                  <a:pt x="1590643" y="763916"/>
                </a:lnTo>
                <a:lnTo>
                  <a:pt x="1604596" y="756728"/>
                </a:lnTo>
                <a:lnTo>
                  <a:pt x="1618549" y="748714"/>
                </a:lnTo>
                <a:lnTo>
                  <a:pt x="1632502" y="739815"/>
                </a:lnTo>
                <a:lnTo>
                  <a:pt x="1646455" y="729973"/>
                </a:lnTo>
                <a:lnTo>
                  <a:pt x="1660408" y="719134"/>
                </a:lnTo>
                <a:lnTo>
                  <a:pt x="1674361" y="707249"/>
                </a:lnTo>
                <a:lnTo>
                  <a:pt x="1688314" y="694271"/>
                </a:lnTo>
                <a:lnTo>
                  <a:pt x="1702267" y="680160"/>
                </a:lnTo>
                <a:lnTo>
                  <a:pt x="1716220" y="664887"/>
                </a:lnTo>
                <a:lnTo>
                  <a:pt x="1730173" y="648428"/>
                </a:lnTo>
                <a:lnTo>
                  <a:pt x="1744126" y="630772"/>
                </a:lnTo>
                <a:lnTo>
                  <a:pt x="1758079" y="611919"/>
                </a:lnTo>
                <a:lnTo>
                  <a:pt x="1772032" y="591882"/>
                </a:lnTo>
                <a:lnTo>
                  <a:pt x="1785985" y="570689"/>
                </a:lnTo>
                <a:lnTo>
                  <a:pt x="1799938" y="548382"/>
                </a:lnTo>
                <a:lnTo>
                  <a:pt x="1813891" y="525022"/>
                </a:lnTo>
                <a:lnTo>
                  <a:pt x="1827844" y="500684"/>
                </a:lnTo>
                <a:lnTo>
                  <a:pt x="1841797" y="475462"/>
                </a:lnTo>
                <a:lnTo>
                  <a:pt x="1855750" y="449466"/>
                </a:lnTo>
                <a:lnTo>
                  <a:pt x="1869703" y="422823"/>
                </a:lnTo>
                <a:lnTo>
                  <a:pt x="1883656" y="395680"/>
                </a:lnTo>
                <a:lnTo>
                  <a:pt x="1897609" y="368195"/>
                </a:lnTo>
                <a:lnTo>
                  <a:pt x="1911562" y="340544"/>
                </a:lnTo>
                <a:lnTo>
                  <a:pt x="1925515" y="312914"/>
                </a:lnTo>
                <a:lnTo>
                  <a:pt x="1939468" y="285503"/>
                </a:lnTo>
                <a:lnTo>
                  <a:pt x="1953421" y="258520"/>
                </a:lnTo>
                <a:lnTo>
                  <a:pt x="1967374" y="232179"/>
                </a:lnTo>
                <a:lnTo>
                  <a:pt x="1981327" y="206695"/>
                </a:lnTo>
                <a:lnTo>
                  <a:pt x="1995280" y="182289"/>
                </a:lnTo>
                <a:lnTo>
                  <a:pt x="2009233" y="159176"/>
                </a:lnTo>
                <a:lnTo>
                  <a:pt x="2023186" y="137565"/>
                </a:lnTo>
                <a:lnTo>
                  <a:pt x="2037139" y="117659"/>
                </a:lnTo>
                <a:lnTo>
                  <a:pt x="2051092" y="99646"/>
                </a:lnTo>
                <a:lnTo>
                  <a:pt x="2065045" y="83702"/>
                </a:lnTo>
                <a:lnTo>
                  <a:pt x="2078998" y="69983"/>
                </a:lnTo>
                <a:lnTo>
                  <a:pt x="2092952" y="58627"/>
                </a:lnTo>
                <a:lnTo>
                  <a:pt x="2106905" y="49746"/>
                </a:lnTo>
                <a:lnTo>
                  <a:pt x="2120858" y="43432"/>
                </a:lnTo>
                <a:lnTo>
                  <a:pt x="2134811" y="39747"/>
                </a:lnTo>
                <a:lnTo>
                  <a:pt x="2148764" y="38728"/>
                </a:lnTo>
                <a:lnTo>
                  <a:pt x="2162717" y="40384"/>
                </a:lnTo>
                <a:lnTo>
                  <a:pt x="2176670" y="44697"/>
                </a:lnTo>
                <a:lnTo>
                  <a:pt x="2190623" y="51620"/>
                </a:lnTo>
                <a:lnTo>
                  <a:pt x="2204576" y="61080"/>
                </a:lnTo>
                <a:lnTo>
                  <a:pt x="2218529" y="72980"/>
                </a:lnTo>
                <a:lnTo>
                  <a:pt x="2232482" y="87198"/>
                </a:lnTo>
                <a:lnTo>
                  <a:pt x="2246435" y="103591"/>
                </a:lnTo>
                <a:lnTo>
                  <a:pt x="2260388" y="121997"/>
                </a:lnTo>
                <a:lnTo>
                  <a:pt x="2274341" y="142238"/>
                </a:lnTo>
                <a:lnTo>
                  <a:pt x="2288294" y="164121"/>
                </a:lnTo>
                <a:lnTo>
                  <a:pt x="2302247" y="187443"/>
                </a:lnTo>
                <a:lnTo>
                  <a:pt x="2316200" y="211996"/>
                </a:lnTo>
                <a:lnTo>
                  <a:pt x="2330153" y="237564"/>
                </a:lnTo>
                <a:lnTo>
                  <a:pt x="2344106" y="263932"/>
                </a:lnTo>
                <a:lnTo>
                  <a:pt x="2358059" y="290887"/>
                </a:lnTo>
                <a:lnTo>
                  <a:pt x="2372012" y="318218"/>
                </a:lnTo>
                <a:lnTo>
                  <a:pt x="2385965" y="345724"/>
                </a:lnTo>
                <a:lnTo>
                  <a:pt x="2399918" y="373211"/>
                </a:lnTo>
                <a:lnTo>
                  <a:pt x="2413871" y="400498"/>
                </a:lnTo>
                <a:lnTo>
                  <a:pt x="2427824" y="427417"/>
                </a:lnTo>
                <a:lnTo>
                  <a:pt x="2441777" y="453813"/>
                </a:lnTo>
                <a:lnTo>
                  <a:pt x="2455730" y="479548"/>
                </a:lnTo>
                <a:lnTo>
                  <a:pt x="2469683" y="504500"/>
                </a:lnTo>
                <a:lnTo>
                  <a:pt x="2483636" y="528563"/>
                </a:lnTo>
                <a:lnTo>
                  <a:pt x="2497589" y="551650"/>
                </a:lnTo>
                <a:lnTo>
                  <a:pt x="2511542" y="573687"/>
                </a:lnTo>
                <a:lnTo>
                  <a:pt x="2525495" y="594619"/>
                </a:lnTo>
                <a:lnTo>
                  <a:pt x="2539448" y="614407"/>
                </a:lnTo>
                <a:lnTo>
                  <a:pt x="2553401" y="633024"/>
                </a:lnTo>
                <a:lnTo>
                  <a:pt x="2567354" y="650460"/>
                </a:lnTo>
                <a:lnTo>
                  <a:pt x="2581307" y="666714"/>
                </a:lnTo>
                <a:lnTo>
                  <a:pt x="2595260" y="681800"/>
                </a:lnTo>
                <a:lnTo>
                  <a:pt x="2609213" y="695740"/>
                </a:lnTo>
                <a:lnTo>
                  <a:pt x="2623166" y="708564"/>
                </a:lnTo>
                <a:lnTo>
                  <a:pt x="2637119" y="720312"/>
                </a:lnTo>
                <a:lnTo>
                  <a:pt x="2651072" y="731028"/>
                </a:lnTo>
                <a:lnTo>
                  <a:pt x="2665025" y="740761"/>
                </a:lnTo>
                <a:lnTo>
                  <a:pt x="2678978" y="749565"/>
                </a:lnTo>
                <a:lnTo>
                  <a:pt x="2692931" y="757495"/>
                </a:lnTo>
                <a:lnTo>
                  <a:pt x="2706884" y="764608"/>
                </a:lnTo>
                <a:lnTo>
                  <a:pt x="2720837" y="770964"/>
                </a:lnTo>
                <a:lnTo>
                  <a:pt x="2734790" y="776618"/>
                </a:lnTo>
                <a:lnTo>
                  <a:pt x="2748743" y="781629"/>
                </a:lnTo>
                <a:lnTo>
                  <a:pt x="2762696" y="786052"/>
                </a:lnTo>
                <a:lnTo>
                  <a:pt x="2776649" y="789939"/>
                </a:lnTo>
                <a:lnTo>
                  <a:pt x="2790602" y="793343"/>
                </a:lnTo>
                <a:lnTo>
                  <a:pt x="2804555" y="796311"/>
                </a:lnTo>
                <a:lnTo>
                  <a:pt x="2818508" y="798889"/>
                </a:lnTo>
                <a:lnTo>
                  <a:pt x="2832461" y="801119"/>
                </a:lnTo>
                <a:lnTo>
                  <a:pt x="2846414" y="803041"/>
                </a:lnTo>
                <a:lnTo>
                  <a:pt x="2860367" y="804690"/>
                </a:lnTo>
                <a:lnTo>
                  <a:pt x="2874320" y="806100"/>
                </a:lnTo>
                <a:lnTo>
                  <a:pt x="2888273" y="807301"/>
                </a:lnTo>
                <a:lnTo>
                  <a:pt x="2902226" y="808319"/>
                </a:lnTo>
                <a:lnTo>
                  <a:pt x="2916179" y="809179"/>
                </a:lnTo>
                <a:lnTo>
                  <a:pt x="2930132" y="809902"/>
                </a:lnTo>
                <a:lnTo>
                  <a:pt x="2944085" y="810509"/>
                </a:lnTo>
                <a:lnTo>
                  <a:pt x="2958038" y="811015"/>
                </a:lnTo>
                <a:lnTo>
                  <a:pt x="2971991" y="811436"/>
                </a:lnTo>
                <a:lnTo>
                  <a:pt x="2985944" y="811785"/>
                </a:lnTo>
                <a:lnTo>
                  <a:pt x="2999897" y="812072"/>
                </a:lnTo>
                <a:lnTo>
                  <a:pt x="3013850" y="812308"/>
                </a:lnTo>
                <a:lnTo>
                  <a:pt x="3027803" y="812501"/>
                </a:lnTo>
                <a:lnTo>
                  <a:pt x="3041756" y="812659"/>
                </a:lnTo>
                <a:lnTo>
                  <a:pt x="3055709" y="812787"/>
                </a:lnTo>
                <a:lnTo>
                  <a:pt x="3069662" y="812890"/>
                </a:lnTo>
                <a:lnTo>
                  <a:pt x="3083615" y="812973"/>
                </a:lnTo>
                <a:lnTo>
                  <a:pt x="3097568" y="813040"/>
                </a:lnTo>
                <a:lnTo>
                  <a:pt x="3111521" y="813093"/>
                </a:lnTo>
                <a:lnTo>
                  <a:pt x="3125474" y="813136"/>
                </a:lnTo>
                <a:lnTo>
                  <a:pt x="3139427" y="813169"/>
                </a:lnTo>
                <a:lnTo>
                  <a:pt x="3153380" y="813196"/>
                </a:lnTo>
                <a:lnTo>
                  <a:pt x="3167333" y="813216"/>
                </a:lnTo>
                <a:lnTo>
                  <a:pt x="3181286" y="813233"/>
                </a:lnTo>
                <a:lnTo>
                  <a:pt x="3195239" y="813245"/>
                </a:lnTo>
                <a:lnTo>
                  <a:pt x="3209192" y="813255"/>
                </a:lnTo>
                <a:lnTo>
                  <a:pt x="3223145" y="813263"/>
                </a:lnTo>
                <a:lnTo>
                  <a:pt x="3237098" y="813269"/>
                </a:lnTo>
                <a:lnTo>
                  <a:pt x="3251051" y="813273"/>
                </a:lnTo>
                <a:lnTo>
                  <a:pt x="3265004" y="813277"/>
                </a:lnTo>
                <a:lnTo>
                  <a:pt x="3278957" y="813279"/>
                </a:lnTo>
                <a:lnTo>
                  <a:pt x="3292910" y="813281"/>
                </a:lnTo>
                <a:lnTo>
                  <a:pt x="3306863" y="813283"/>
                </a:lnTo>
                <a:lnTo>
                  <a:pt x="3320816" y="813284"/>
                </a:lnTo>
                <a:lnTo>
                  <a:pt x="3334769" y="813285"/>
                </a:lnTo>
                <a:lnTo>
                  <a:pt x="3348722" y="813285"/>
                </a:lnTo>
                <a:lnTo>
                  <a:pt x="3362675" y="813286"/>
                </a:lnTo>
                <a:lnTo>
                  <a:pt x="3376628" y="813286"/>
                </a:lnTo>
                <a:lnTo>
                  <a:pt x="3390581" y="813286"/>
                </a:lnTo>
                <a:lnTo>
                  <a:pt x="3404534" y="813286"/>
                </a:lnTo>
                <a:lnTo>
                  <a:pt x="3418487" y="813287"/>
                </a:lnTo>
                <a:lnTo>
                  <a:pt x="3432440" y="813287"/>
                </a:lnTo>
                <a:lnTo>
                  <a:pt x="3446393" y="813287"/>
                </a:lnTo>
                <a:lnTo>
                  <a:pt x="3460346" y="813287"/>
                </a:lnTo>
                <a:lnTo>
                  <a:pt x="3474299" y="813287"/>
                </a:lnTo>
                <a:lnTo>
                  <a:pt x="3488253" y="813287"/>
                </a:lnTo>
                <a:lnTo>
                  <a:pt x="3502206" y="813287"/>
                </a:lnTo>
                <a:lnTo>
                  <a:pt x="3516159" y="813287"/>
                </a:lnTo>
                <a:lnTo>
                  <a:pt x="3530112" y="813287"/>
                </a:lnTo>
                <a:lnTo>
                  <a:pt x="3544065" y="813287"/>
                </a:lnTo>
                <a:lnTo>
                  <a:pt x="3558018" y="813287"/>
                </a:lnTo>
                <a:lnTo>
                  <a:pt x="3571971" y="813287"/>
                </a:lnTo>
                <a:lnTo>
                  <a:pt x="3585924" y="813287"/>
                </a:lnTo>
                <a:lnTo>
                  <a:pt x="3599877" y="813287"/>
                </a:lnTo>
                <a:lnTo>
                  <a:pt x="3613830" y="813287"/>
                </a:lnTo>
                <a:lnTo>
                  <a:pt x="3627783" y="813287"/>
                </a:lnTo>
                <a:lnTo>
                  <a:pt x="3641736" y="813287"/>
                </a:lnTo>
                <a:lnTo>
                  <a:pt x="3655689" y="813287"/>
                </a:lnTo>
                <a:lnTo>
                  <a:pt x="3669642" y="813287"/>
                </a:lnTo>
                <a:lnTo>
                  <a:pt x="3683595" y="813287"/>
                </a:lnTo>
                <a:lnTo>
                  <a:pt x="3697548" y="813287"/>
                </a:lnTo>
                <a:lnTo>
                  <a:pt x="3711501" y="813287"/>
                </a:lnTo>
                <a:lnTo>
                  <a:pt x="3725454" y="813287"/>
                </a:lnTo>
                <a:lnTo>
                  <a:pt x="3739407" y="813287"/>
                </a:lnTo>
                <a:lnTo>
                  <a:pt x="3753360" y="813287"/>
                </a:lnTo>
                <a:lnTo>
                  <a:pt x="3767313" y="813287"/>
                </a:lnTo>
                <a:lnTo>
                  <a:pt x="3781266" y="813287"/>
                </a:lnTo>
                <a:lnTo>
                  <a:pt x="3795219" y="813287"/>
                </a:lnTo>
                <a:lnTo>
                  <a:pt x="3809172" y="813287"/>
                </a:lnTo>
                <a:lnTo>
                  <a:pt x="3823125" y="813287"/>
                </a:lnTo>
                <a:lnTo>
                  <a:pt x="3837078" y="813287"/>
                </a:lnTo>
                <a:lnTo>
                  <a:pt x="3851031" y="813287"/>
                </a:lnTo>
                <a:lnTo>
                  <a:pt x="3864984" y="813287"/>
                </a:lnTo>
                <a:lnTo>
                  <a:pt x="3878937" y="813287"/>
                </a:lnTo>
                <a:lnTo>
                  <a:pt x="3892890" y="813287"/>
                </a:lnTo>
                <a:lnTo>
                  <a:pt x="3906843" y="813287"/>
                </a:lnTo>
                <a:lnTo>
                  <a:pt x="3920796" y="813287"/>
                </a:lnTo>
                <a:lnTo>
                  <a:pt x="3934749" y="813287"/>
                </a:lnTo>
                <a:lnTo>
                  <a:pt x="3948702" y="813287"/>
                </a:lnTo>
                <a:lnTo>
                  <a:pt x="3962655" y="813287"/>
                </a:lnTo>
                <a:lnTo>
                  <a:pt x="3976608" y="813287"/>
                </a:lnTo>
                <a:lnTo>
                  <a:pt x="3990561" y="813287"/>
                </a:lnTo>
                <a:lnTo>
                  <a:pt x="4004514" y="813287"/>
                </a:lnTo>
                <a:lnTo>
                  <a:pt x="4018467" y="813287"/>
                </a:lnTo>
                <a:lnTo>
                  <a:pt x="4032420" y="813287"/>
                </a:lnTo>
                <a:lnTo>
                  <a:pt x="4046373" y="813287"/>
                </a:lnTo>
                <a:lnTo>
                  <a:pt x="4060326" y="813287"/>
                </a:lnTo>
                <a:lnTo>
                  <a:pt x="4074279" y="813287"/>
                </a:lnTo>
                <a:lnTo>
                  <a:pt x="4088232" y="813287"/>
                </a:lnTo>
                <a:lnTo>
                  <a:pt x="4102185" y="813287"/>
                </a:lnTo>
                <a:lnTo>
                  <a:pt x="4116138" y="813287"/>
                </a:lnTo>
                <a:lnTo>
                  <a:pt x="4130091" y="813287"/>
                </a:lnTo>
                <a:lnTo>
                  <a:pt x="4144044" y="813287"/>
                </a:lnTo>
                <a:lnTo>
                  <a:pt x="4157997" y="813287"/>
                </a:lnTo>
                <a:lnTo>
                  <a:pt x="4171950" y="813287"/>
                </a:lnTo>
                <a:lnTo>
                  <a:pt x="4171950" y="813287"/>
                </a:lnTo>
                <a:close/>
              </a:path>
            </a:pathLst>
          </a:custGeom>
          <a:solidFill xmlns:a="http://schemas.openxmlformats.org/drawingml/2006/main">
            <a:srgbClr val="E8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6" name="reference-density-curve">
            <a:extLst xmlns:a="http://schemas.openxmlformats.org/drawingml/2006/main">
              <a:ext uri="{FF2B5EF4-FFF2-40B4-BE49-F238E27FC236}">
                <a16:creationId xmlns:a16="http://schemas.microsoft.com/office/drawing/2014/main" id="{F1164CC6-79E3-49C8-A448-9D7489A5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1905000"/>
            <a:ext cx="4171950" cy="852015"/>
          </a:xfrm>
          <a:custGeom xmlns:a="http://schemas.openxmlformats.org/drawingml/2006/main">
            <a:pathLst>
              <a:path w="4171950" h="852015">
                <a:moveTo>
                  <a:pt x="0" y="813287"/>
                </a:moveTo>
                <a:lnTo>
                  <a:pt x="13953" y="813287"/>
                </a:lnTo>
                <a:lnTo>
                  <a:pt x="27906" y="813287"/>
                </a:lnTo>
                <a:lnTo>
                  <a:pt x="41859" y="813287"/>
                </a:lnTo>
                <a:lnTo>
                  <a:pt x="55812" y="813287"/>
                </a:lnTo>
                <a:lnTo>
                  <a:pt x="69765" y="813287"/>
                </a:lnTo>
                <a:lnTo>
                  <a:pt x="83718" y="813287"/>
                </a:lnTo>
                <a:lnTo>
                  <a:pt x="97671" y="813287"/>
                </a:lnTo>
                <a:lnTo>
                  <a:pt x="111624" y="813287"/>
                </a:lnTo>
                <a:lnTo>
                  <a:pt x="125577" y="813287"/>
                </a:lnTo>
                <a:lnTo>
                  <a:pt x="139530" y="813287"/>
                </a:lnTo>
                <a:lnTo>
                  <a:pt x="153483" y="813287"/>
                </a:lnTo>
                <a:lnTo>
                  <a:pt x="167436" y="813287"/>
                </a:lnTo>
                <a:lnTo>
                  <a:pt x="181389" y="813287"/>
                </a:lnTo>
                <a:lnTo>
                  <a:pt x="195342" y="813287"/>
                </a:lnTo>
                <a:lnTo>
                  <a:pt x="209295" y="813287"/>
                </a:lnTo>
                <a:lnTo>
                  <a:pt x="223248" y="813287"/>
                </a:lnTo>
                <a:lnTo>
                  <a:pt x="237201" y="813287"/>
                </a:lnTo>
                <a:lnTo>
                  <a:pt x="251154" y="813287"/>
                </a:lnTo>
                <a:lnTo>
                  <a:pt x="265107" y="813287"/>
                </a:lnTo>
                <a:lnTo>
                  <a:pt x="279060" y="813287"/>
                </a:lnTo>
                <a:lnTo>
                  <a:pt x="293013" y="813287"/>
                </a:lnTo>
                <a:lnTo>
                  <a:pt x="306966" y="813287"/>
                </a:lnTo>
                <a:lnTo>
                  <a:pt x="320919" y="813287"/>
                </a:lnTo>
                <a:lnTo>
                  <a:pt x="334872" y="813287"/>
                </a:lnTo>
                <a:lnTo>
                  <a:pt x="348825" y="813287"/>
                </a:lnTo>
                <a:lnTo>
                  <a:pt x="362778" y="813287"/>
                </a:lnTo>
                <a:lnTo>
                  <a:pt x="376731" y="813287"/>
                </a:lnTo>
                <a:lnTo>
                  <a:pt x="390684" y="813287"/>
                </a:lnTo>
                <a:lnTo>
                  <a:pt x="404637" y="813287"/>
                </a:lnTo>
                <a:lnTo>
                  <a:pt x="418590" y="813287"/>
                </a:lnTo>
                <a:lnTo>
                  <a:pt x="432543" y="813287"/>
                </a:lnTo>
                <a:lnTo>
                  <a:pt x="446496" y="813287"/>
                </a:lnTo>
                <a:lnTo>
                  <a:pt x="460449" y="813287"/>
                </a:lnTo>
                <a:lnTo>
                  <a:pt x="474402" y="813287"/>
                </a:lnTo>
                <a:lnTo>
                  <a:pt x="488355" y="813287"/>
                </a:lnTo>
                <a:lnTo>
                  <a:pt x="502308" y="813287"/>
                </a:lnTo>
                <a:lnTo>
                  <a:pt x="516261" y="813287"/>
                </a:lnTo>
                <a:lnTo>
                  <a:pt x="530214" y="813287"/>
                </a:lnTo>
                <a:lnTo>
                  <a:pt x="544167" y="813287"/>
                </a:lnTo>
                <a:lnTo>
                  <a:pt x="558120" y="813287"/>
                </a:lnTo>
                <a:lnTo>
                  <a:pt x="572073" y="813287"/>
                </a:lnTo>
                <a:lnTo>
                  <a:pt x="586026" y="813287"/>
                </a:lnTo>
                <a:lnTo>
                  <a:pt x="599979" y="813287"/>
                </a:lnTo>
                <a:lnTo>
                  <a:pt x="613932" y="813287"/>
                </a:lnTo>
                <a:lnTo>
                  <a:pt x="627885" y="813287"/>
                </a:lnTo>
                <a:lnTo>
                  <a:pt x="641838" y="813287"/>
                </a:lnTo>
                <a:lnTo>
                  <a:pt x="655791" y="813287"/>
                </a:lnTo>
                <a:lnTo>
                  <a:pt x="669744" y="813287"/>
                </a:lnTo>
                <a:lnTo>
                  <a:pt x="683697" y="813287"/>
                </a:lnTo>
                <a:lnTo>
                  <a:pt x="697651" y="813287"/>
                </a:lnTo>
                <a:lnTo>
                  <a:pt x="711604" y="813287"/>
                </a:lnTo>
                <a:lnTo>
                  <a:pt x="725557" y="813287"/>
                </a:lnTo>
                <a:lnTo>
                  <a:pt x="739510" y="813287"/>
                </a:lnTo>
                <a:lnTo>
                  <a:pt x="753463" y="813287"/>
                </a:lnTo>
                <a:lnTo>
                  <a:pt x="767416" y="813287"/>
                </a:lnTo>
                <a:lnTo>
                  <a:pt x="781369" y="813287"/>
                </a:lnTo>
                <a:lnTo>
                  <a:pt x="795322" y="813287"/>
                </a:lnTo>
                <a:lnTo>
                  <a:pt x="809275" y="813287"/>
                </a:lnTo>
                <a:lnTo>
                  <a:pt x="823228" y="813287"/>
                </a:lnTo>
                <a:lnTo>
                  <a:pt x="837181" y="813287"/>
                </a:lnTo>
                <a:lnTo>
                  <a:pt x="851134" y="813287"/>
                </a:lnTo>
                <a:lnTo>
                  <a:pt x="865087" y="813287"/>
                </a:lnTo>
                <a:lnTo>
                  <a:pt x="879040" y="813286"/>
                </a:lnTo>
                <a:lnTo>
                  <a:pt x="892993" y="813286"/>
                </a:lnTo>
                <a:lnTo>
                  <a:pt x="906946" y="813286"/>
                </a:lnTo>
                <a:lnTo>
                  <a:pt x="920899" y="813286"/>
                </a:lnTo>
                <a:lnTo>
                  <a:pt x="934852" y="813285"/>
                </a:lnTo>
                <a:lnTo>
                  <a:pt x="948805" y="813285"/>
                </a:lnTo>
                <a:lnTo>
                  <a:pt x="962758" y="813284"/>
                </a:lnTo>
                <a:lnTo>
                  <a:pt x="976711" y="813283"/>
                </a:lnTo>
                <a:lnTo>
                  <a:pt x="990664" y="813281"/>
                </a:lnTo>
                <a:lnTo>
                  <a:pt x="1004617" y="813279"/>
                </a:lnTo>
                <a:lnTo>
                  <a:pt x="1018570" y="813277"/>
                </a:lnTo>
                <a:lnTo>
                  <a:pt x="1032523" y="813274"/>
                </a:lnTo>
                <a:lnTo>
                  <a:pt x="1046476" y="813270"/>
                </a:lnTo>
                <a:lnTo>
                  <a:pt x="1060429" y="813264"/>
                </a:lnTo>
                <a:lnTo>
                  <a:pt x="1074382" y="813258"/>
                </a:lnTo>
                <a:lnTo>
                  <a:pt x="1088335" y="813249"/>
                </a:lnTo>
                <a:lnTo>
                  <a:pt x="1102288" y="813237"/>
                </a:lnTo>
                <a:lnTo>
                  <a:pt x="1116241" y="813223"/>
                </a:lnTo>
                <a:lnTo>
                  <a:pt x="1130194" y="813204"/>
                </a:lnTo>
                <a:lnTo>
                  <a:pt x="1144147" y="813181"/>
                </a:lnTo>
                <a:lnTo>
                  <a:pt x="1158100" y="813151"/>
                </a:lnTo>
                <a:lnTo>
                  <a:pt x="1172053" y="813114"/>
                </a:lnTo>
                <a:lnTo>
                  <a:pt x="1186006" y="813068"/>
                </a:lnTo>
                <a:lnTo>
                  <a:pt x="1199959" y="813010"/>
                </a:lnTo>
                <a:lnTo>
                  <a:pt x="1213912" y="812938"/>
                </a:lnTo>
                <a:lnTo>
                  <a:pt x="1227865" y="812848"/>
                </a:lnTo>
                <a:lnTo>
                  <a:pt x="1241818" y="812738"/>
                </a:lnTo>
                <a:lnTo>
                  <a:pt x="1255771" y="812602"/>
                </a:lnTo>
                <a:lnTo>
                  <a:pt x="1269724" y="812436"/>
                </a:lnTo>
                <a:lnTo>
                  <a:pt x="1283677" y="812233"/>
                </a:lnTo>
                <a:lnTo>
                  <a:pt x="1297630" y="811986"/>
                </a:lnTo>
                <a:lnTo>
                  <a:pt x="1311583" y="811686"/>
                </a:lnTo>
                <a:lnTo>
                  <a:pt x="1325536" y="811325"/>
                </a:lnTo>
                <a:lnTo>
                  <a:pt x="1339489" y="810890"/>
                </a:lnTo>
                <a:lnTo>
                  <a:pt x="1353442" y="810368"/>
                </a:lnTo>
                <a:lnTo>
                  <a:pt x="1367395" y="809745"/>
                </a:lnTo>
                <a:lnTo>
                  <a:pt x="1381348" y="809004"/>
                </a:lnTo>
                <a:lnTo>
                  <a:pt x="1395301" y="808125"/>
                </a:lnTo>
                <a:lnTo>
                  <a:pt x="1409254" y="807087"/>
                </a:lnTo>
                <a:lnTo>
                  <a:pt x="1423207" y="805866"/>
                </a:lnTo>
                <a:lnTo>
                  <a:pt x="1437160" y="804433"/>
                </a:lnTo>
                <a:lnTo>
                  <a:pt x="1451113" y="802760"/>
                </a:lnTo>
                <a:lnTo>
                  <a:pt x="1465066" y="800812"/>
                </a:lnTo>
                <a:lnTo>
                  <a:pt x="1479019" y="798554"/>
                </a:lnTo>
                <a:lnTo>
                  <a:pt x="1492972" y="795946"/>
                </a:lnTo>
                <a:lnTo>
                  <a:pt x="1506925" y="792945"/>
                </a:lnTo>
                <a:lnTo>
                  <a:pt x="1520878" y="789505"/>
                </a:lnTo>
                <a:lnTo>
                  <a:pt x="1534831" y="785577"/>
                </a:lnTo>
                <a:lnTo>
                  <a:pt x="1548784" y="781110"/>
                </a:lnTo>
                <a:lnTo>
                  <a:pt x="1562737" y="776049"/>
                </a:lnTo>
                <a:lnTo>
                  <a:pt x="1576690" y="770337"/>
                </a:lnTo>
                <a:lnTo>
                  <a:pt x="1590643" y="763916"/>
                </a:lnTo>
                <a:lnTo>
                  <a:pt x="1604596" y="756728"/>
                </a:lnTo>
                <a:lnTo>
                  <a:pt x="1618549" y="748714"/>
                </a:lnTo>
                <a:lnTo>
                  <a:pt x="1632502" y="739815"/>
                </a:lnTo>
                <a:lnTo>
                  <a:pt x="1646455" y="729973"/>
                </a:lnTo>
                <a:lnTo>
                  <a:pt x="1660408" y="719134"/>
                </a:lnTo>
                <a:lnTo>
                  <a:pt x="1674361" y="707249"/>
                </a:lnTo>
                <a:lnTo>
                  <a:pt x="1688314" y="694271"/>
                </a:lnTo>
                <a:lnTo>
                  <a:pt x="1702267" y="680160"/>
                </a:lnTo>
                <a:lnTo>
                  <a:pt x="1716220" y="664887"/>
                </a:lnTo>
                <a:lnTo>
                  <a:pt x="1730173" y="648428"/>
                </a:lnTo>
                <a:lnTo>
                  <a:pt x="1744126" y="630772"/>
                </a:lnTo>
                <a:lnTo>
                  <a:pt x="1758079" y="611919"/>
                </a:lnTo>
                <a:lnTo>
                  <a:pt x="1772032" y="591882"/>
                </a:lnTo>
                <a:lnTo>
                  <a:pt x="1785985" y="570689"/>
                </a:lnTo>
                <a:lnTo>
                  <a:pt x="1799938" y="548382"/>
                </a:lnTo>
                <a:lnTo>
                  <a:pt x="1813891" y="525022"/>
                </a:lnTo>
                <a:lnTo>
                  <a:pt x="1827844" y="500684"/>
                </a:lnTo>
                <a:lnTo>
                  <a:pt x="1841797" y="475462"/>
                </a:lnTo>
                <a:lnTo>
                  <a:pt x="1855750" y="449466"/>
                </a:lnTo>
                <a:lnTo>
                  <a:pt x="1869703" y="422823"/>
                </a:lnTo>
                <a:lnTo>
                  <a:pt x="1883656" y="395680"/>
                </a:lnTo>
                <a:lnTo>
                  <a:pt x="1897609" y="368195"/>
                </a:lnTo>
                <a:lnTo>
                  <a:pt x="1911562" y="340544"/>
                </a:lnTo>
                <a:lnTo>
                  <a:pt x="1925515" y="312914"/>
                </a:lnTo>
                <a:lnTo>
                  <a:pt x="1939468" y="285503"/>
                </a:lnTo>
                <a:lnTo>
                  <a:pt x="1953421" y="258520"/>
                </a:lnTo>
                <a:lnTo>
                  <a:pt x="1967374" y="232179"/>
                </a:lnTo>
                <a:lnTo>
                  <a:pt x="1981327" y="206695"/>
                </a:lnTo>
                <a:lnTo>
                  <a:pt x="1995280" y="182289"/>
                </a:lnTo>
                <a:lnTo>
                  <a:pt x="2009233" y="159176"/>
                </a:lnTo>
                <a:lnTo>
                  <a:pt x="2023186" y="137565"/>
                </a:lnTo>
                <a:lnTo>
                  <a:pt x="2037139" y="117659"/>
                </a:lnTo>
                <a:lnTo>
                  <a:pt x="2051092" y="99646"/>
                </a:lnTo>
                <a:lnTo>
                  <a:pt x="2065045" y="83702"/>
                </a:lnTo>
                <a:lnTo>
                  <a:pt x="2078998" y="69983"/>
                </a:lnTo>
                <a:lnTo>
                  <a:pt x="2092952" y="58627"/>
                </a:lnTo>
                <a:lnTo>
                  <a:pt x="2106905" y="49746"/>
                </a:lnTo>
                <a:lnTo>
                  <a:pt x="2120858" y="43432"/>
                </a:lnTo>
                <a:lnTo>
                  <a:pt x="2134811" y="39747"/>
                </a:lnTo>
                <a:lnTo>
                  <a:pt x="2148764" y="38728"/>
                </a:lnTo>
                <a:lnTo>
                  <a:pt x="2162717" y="40384"/>
                </a:lnTo>
                <a:lnTo>
                  <a:pt x="2176670" y="44697"/>
                </a:lnTo>
                <a:lnTo>
                  <a:pt x="2190623" y="51620"/>
                </a:lnTo>
                <a:lnTo>
                  <a:pt x="2204576" y="61080"/>
                </a:lnTo>
                <a:lnTo>
                  <a:pt x="2218529" y="72980"/>
                </a:lnTo>
                <a:lnTo>
                  <a:pt x="2232482" y="87198"/>
                </a:lnTo>
                <a:lnTo>
                  <a:pt x="2246435" y="103591"/>
                </a:lnTo>
                <a:lnTo>
                  <a:pt x="2260388" y="121997"/>
                </a:lnTo>
                <a:lnTo>
                  <a:pt x="2274341" y="142238"/>
                </a:lnTo>
                <a:lnTo>
                  <a:pt x="2288294" y="164121"/>
                </a:lnTo>
                <a:lnTo>
                  <a:pt x="2302247" y="187443"/>
                </a:lnTo>
                <a:lnTo>
                  <a:pt x="2316200" y="211996"/>
                </a:lnTo>
                <a:lnTo>
                  <a:pt x="2330153" y="237564"/>
                </a:lnTo>
                <a:lnTo>
                  <a:pt x="2344106" y="263932"/>
                </a:lnTo>
                <a:lnTo>
                  <a:pt x="2358059" y="290887"/>
                </a:lnTo>
                <a:lnTo>
                  <a:pt x="2372012" y="318218"/>
                </a:lnTo>
                <a:lnTo>
                  <a:pt x="2385965" y="345724"/>
                </a:lnTo>
                <a:lnTo>
                  <a:pt x="2399918" y="373211"/>
                </a:lnTo>
                <a:lnTo>
                  <a:pt x="2413871" y="400498"/>
                </a:lnTo>
                <a:lnTo>
                  <a:pt x="2427824" y="427417"/>
                </a:lnTo>
                <a:lnTo>
                  <a:pt x="2441777" y="453813"/>
                </a:lnTo>
                <a:lnTo>
                  <a:pt x="2455730" y="479548"/>
                </a:lnTo>
                <a:lnTo>
                  <a:pt x="2469683" y="504500"/>
                </a:lnTo>
                <a:lnTo>
                  <a:pt x="2483636" y="528563"/>
                </a:lnTo>
                <a:lnTo>
                  <a:pt x="2497589" y="551650"/>
                </a:lnTo>
                <a:lnTo>
                  <a:pt x="2511542" y="573687"/>
                </a:lnTo>
                <a:lnTo>
                  <a:pt x="2525495" y="594619"/>
                </a:lnTo>
                <a:lnTo>
                  <a:pt x="2539448" y="614407"/>
                </a:lnTo>
                <a:lnTo>
                  <a:pt x="2553401" y="633024"/>
                </a:lnTo>
                <a:lnTo>
                  <a:pt x="2567354" y="650460"/>
                </a:lnTo>
                <a:lnTo>
                  <a:pt x="2581307" y="666714"/>
                </a:lnTo>
                <a:lnTo>
                  <a:pt x="2595260" y="681800"/>
                </a:lnTo>
                <a:lnTo>
                  <a:pt x="2609213" y="695740"/>
                </a:lnTo>
                <a:lnTo>
                  <a:pt x="2623166" y="708564"/>
                </a:lnTo>
                <a:lnTo>
                  <a:pt x="2637119" y="720312"/>
                </a:lnTo>
                <a:lnTo>
                  <a:pt x="2651072" y="731028"/>
                </a:lnTo>
                <a:lnTo>
                  <a:pt x="2665025" y="740761"/>
                </a:lnTo>
                <a:lnTo>
                  <a:pt x="2678978" y="749565"/>
                </a:lnTo>
                <a:lnTo>
                  <a:pt x="2692931" y="757495"/>
                </a:lnTo>
                <a:lnTo>
                  <a:pt x="2706884" y="764608"/>
                </a:lnTo>
                <a:lnTo>
                  <a:pt x="2720837" y="770964"/>
                </a:lnTo>
                <a:lnTo>
                  <a:pt x="2734790" y="776618"/>
                </a:lnTo>
                <a:lnTo>
                  <a:pt x="2748743" y="781629"/>
                </a:lnTo>
                <a:lnTo>
                  <a:pt x="2762696" y="786052"/>
                </a:lnTo>
                <a:lnTo>
                  <a:pt x="2776649" y="789939"/>
                </a:lnTo>
                <a:lnTo>
                  <a:pt x="2790602" y="793343"/>
                </a:lnTo>
                <a:lnTo>
                  <a:pt x="2804555" y="796311"/>
                </a:lnTo>
                <a:lnTo>
                  <a:pt x="2818508" y="798889"/>
                </a:lnTo>
                <a:lnTo>
                  <a:pt x="2832461" y="801119"/>
                </a:lnTo>
                <a:lnTo>
                  <a:pt x="2846414" y="803041"/>
                </a:lnTo>
                <a:lnTo>
                  <a:pt x="2860367" y="804690"/>
                </a:lnTo>
                <a:lnTo>
                  <a:pt x="2874320" y="806100"/>
                </a:lnTo>
                <a:lnTo>
                  <a:pt x="2888273" y="807301"/>
                </a:lnTo>
                <a:lnTo>
                  <a:pt x="2902226" y="808319"/>
                </a:lnTo>
                <a:lnTo>
                  <a:pt x="2916179" y="809179"/>
                </a:lnTo>
                <a:lnTo>
                  <a:pt x="2930132" y="809902"/>
                </a:lnTo>
                <a:lnTo>
                  <a:pt x="2944085" y="810509"/>
                </a:lnTo>
                <a:lnTo>
                  <a:pt x="2958038" y="811015"/>
                </a:lnTo>
                <a:lnTo>
                  <a:pt x="2971991" y="811436"/>
                </a:lnTo>
                <a:lnTo>
                  <a:pt x="2985944" y="811785"/>
                </a:lnTo>
                <a:lnTo>
                  <a:pt x="2999897" y="812072"/>
                </a:lnTo>
                <a:lnTo>
                  <a:pt x="3013850" y="812308"/>
                </a:lnTo>
                <a:lnTo>
                  <a:pt x="3027803" y="812501"/>
                </a:lnTo>
                <a:lnTo>
                  <a:pt x="3041756" y="812659"/>
                </a:lnTo>
                <a:lnTo>
                  <a:pt x="3055709" y="812787"/>
                </a:lnTo>
                <a:lnTo>
                  <a:pt x="3069662" y="812890"/>
                </a:lnTo>
                <a:lnTo>
                  <a:pt x="3083615" y="812973"/>
                </a:lnTo>
                <a:lnTo>
                  <a:pt x="3097568" y="813040"/>
                </a:lnTo>
                <a:lnTo>
                  <a:pt x="3111521" y="813093"/>
                </a:lnTo>
                <a:lnTo>
                  <a:pt x="3125474" y="813136"/>
                </a:lnTo>
                <a:lnTo>
                  <a:pt x="3139427" y="813169"/>
                </a:lnTo>
                <a:lnTo>
                  <a:pt x="3153380" y="813196"/>
                </a:lnTo>
                <a:lnTo>
                  <a:pt x="3167333" y="813216"/>
                </a:lnTo>
                <a:lnTo>
                  <a:pt x="3181286" y="813233"/>
                </a:lnTo>
                <a:lnTo>
                  <a:pt x="3195239" y="813245"/>
                </a:lnTo>
                <a:lnTo>
                  <a:pt x="3209192" y="813255"/>
                </a:lnTo>
                <a:lnTo>
                  <a:pt x="3223145" y="813263"/>
                </a:lnTo>
                <a:lnTo>
                  <a:pt x="3237098" y="813269"/>
                </a:lnTo>
                <a:lnTo>
                  <a:pt x="3251051" y="813273"/>
                </a:lnTo>
                <a:lnTo>
                  <a:pt x="3265004" y="813277"/>
                </a:lnTo>
                <a:lnTo>
                  <a:pt x="3278957" y="813279"/>
                </a:lnTo>
                <a:lnTo>
                  <a:pt x="3292910" y="813281"/>
                </a:lnTo>
                <a:lnTo>
                  <a:pt x="3306863" y="813283"/>
                </a:lnTo>
                <a:lnTo>
                  <a:pt x="3320816" y="813284"/>
                </a:lnTo>
                <a:lnTo>
                  <a:pt x="3334769" y="813285"/>
                </a:lnTo>
                <a:lnTo>
                  <a:pt x="3348722" y="813285"/>
                </a:lnTo>
                <a:lnTo>
                  <a:pt x="3362675" y="813286"/>
                </a:lnTo>
                <a:lnTo>
                  <a:pt x="3376628" y="813286"/>
                </a:lnTo>
                <a:lnTo>
                  <a:pt x="3390581" y="813286"/>
                </a:lnTo>
                <a:lnTo>
                  <a:pt x="3404534" y="813286"/>
                </a:lnTo>
                <a:lnTo>
                  <a:pt x="3418487" y="813287"/>
                </a:lnTo>
                <a:lnTo>
                  <a:pt x="3432440" y="813287"/>
                </a:lnTo>
                <a:lnTo>
                  <a:pt x="3446393" y="813287"/>
                </a:lnTo>
                <a:lnTo>
                  <a:pt x="3460346" y="813287"/>
                </a:lnTo>
                <a:lnTo>
                  <a:pt x="3474299" y="813287"/>
                </a:lnTo>
                <a:lnTo>
                  <a:pt x="3488253" y="813287"/>
                </a:lnTo>
                <a:lnTo>
                  <a:pt x="3502206" y="813287"/>
                </a:lnTo>
                <a:lnTo>
                  <a:pt x="3516159" y="813287"/>
                </a:lnTo>
                <a:lnTo>
                  <a:pt x="3530112" y="813287"/>
                </a:lnTo>
                <a:lnTo>
                  <a:pt x="3544065" y="813287"/>
                </a:lnTo>
                <a:lnTo>
                  <a:pt x="3558018" y="813287"/>
                </a:lnTo>
                <a:lnTo>
                  <a:pt x="3571971" y="813287"/>
                </a:lnTo>
                <a:lnTo>
                  <a:pt x="3585924" y="813287"/>
                </a:lnTo>
                <a:lnTo>
                  <a:pt x="3599877" y="813287"/>
                </a:lnTo>
                <a:lnTo>
                  <a:pt x="3613830" y="813287"/>
                </a:lnTo>
                <a:lnTo>
                  <a:pt x="3627783" y="813287"/>
                </a:lnTo>
                <a:lnTo>
                  <a:pt x="3641736" y="813287"/>
                </a:lnTo>
                <a:lnTo>
                  <a:pt x="3655689" y="813287"/>
                </a:lnTo>
                <a:lnTo>
                  <a:pt x="3669642" y="813287"/>
                </a:lnTo>
                <a:lnTo>
                  <a:pt x="3683595" y="813287"/>
                </a:lnTo>
                <a:lnTo>
                  <a:pt x="3697548" y="813287"/>
                </a:lnTo>
                <a:lnTo>
                  <a:pt x="3711501" y="813287"/>
                </a:lnTo>
                <a:lnTo>
                  <a:pt x="3725454" y="813287"/>
                </a:lnTo>
                <a:lnTo>
                  <a:pt x="3739407" y="813287"/>
                </a:lnTo>
                <a:lnTo>
                  <a:pt x="3753360" y="813287"/>
                </a:lnTo>
                <a:lnTo>
                  <a:pt x="3767313" y="813287"/>
                </a:lnTo>
                <a:lnTo>
                  <a:pt x="3781266" y="813287"/>
                </a:lnTo>
                <a:lnTo>
                  <a:pt x="3795219" y="813287"/>
                </a:lnTo>
                <a:lnTo>
                  <a:pt x="3809172" y="813287"/>
                </a:lnTo>
                <a:lnTo>
                  <a:pt x="3823125" y="813287"/>
                </a:lnTo>
                <a:lnTo>
                  <a:pt x="3837078" y="813287"/>
                </a:lnTo>
                <a:lnTo>
                  <a:pt x="3851031" y="813287"/>
                </a:lnTo>
                <a:lnTo>
                  <a:pt x="3864984" y="813287"/>
                </a:lnTo>
                <a:lnTo>
                  <a:pt x="3878937" y="813287"/>
                </a:lnTo>
                <a:lnTo>
                  <a:pt x="3892890" y="813287"/>
                </a:lnTo>
                <a:lnTo>
                  <a:pt x="3906843" y="813287"/>
                </a:lnTo>
                <a:lnTo>
                  <a:pt x="3920796" y="813287"/>
                </a:lnTo>
                <a:lnTo>
                  <a:pt x="3934749" y="813287"/>
                </a:lnTo>
                <a:lnTo>
                  <a:pt x="3948702" y="813287"/>
                </a:lnTo>
                <a:lnTo>
                  <a:pt x="3962655" y="813287"/>
                </a:lnTo>
                <a:lnTo>
                  <a:pt x="3976608" y="813287"/>
                </a:lnTo>
                <a:lnTo>
                  <a:pt x="3990561" y="813287"/>
                </a:lnTo>
                <a:lnTo>
                  <a:pt x="4004514" y="813287"/>
                </a:lnTo>
                <a:lnTo>
                  <a:pt x="4018467" y="813287"/>
                </a:lnTo>
                <a:lnTo>
                  <a:pt x="4032420" y="813287"/>
                </a:lnTo>
                <a:lnTo>
                  <a:pt x="4046373" y="813287"/>
                </a:lnTo>
                <a:lnTo>
                  <a:pt x="4060326" y="813287"/>
                </a:lnTo>
                <a:lnTo>
                  <a:pt x="4074279" y="813287"/>
                </a:lnTo>
                <a:lnTo>
                  <a:pt x="4088232" y="813287"/>
                </a:lnTo>
                <a:lnTo>
                  <a:pt x="4102185" y="813287"/>
                </a:lnTo>
                <a:lnTo>
                  <a:pt x="4116138" y="813287"/>
                </a:lnTo>
                <a:lnTo>
                  <a:pt x="4130091" y="813287"/>
                </a:lnTo>
                <a:lnTo>
                  <a:pt x="4144044" y="813287"/>
                </a:lnTo>
                <a:lnTo>
                  <a:pt x="4157997" y="813287"/>
                </a:lnTo>
                <a:lnTo>
                  <a:pt x="4171950" y="813287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3C8D62"/>
            </a:solidFill>
            <a:prstDash val="solid"/>
          </a:ln>
        </p:spPr>
      </p:sp>
      <p:sp>
        <p:nvSpPr>
          <p:cNvPr id="1567" name="reference-mu-0-base">
            <a:extLst xmlns:a="http://schemas.openxmlformats.org/drawingml/2006/main">
              <a:ext uri="{FF2B5EF4-FFF2-40B4-BE49-F238E27FC236}">
                <a16:creationId xmlns:a16="http://schemas.microsoft.com/office/drawing/2014/main" id="{615D84A8-9BC4-4389-84CD-93DD8821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4883" y="2876550"/>
            <a:ext cx="160211" cy="336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3C8D62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 i="0">
                <a:solidFill>
                  <a:srgbClr val="3C8D62"/>
                </a:solidFill>
                <a:latin typeface="Cambria Math"/>
                <a:ea typeface="Cambria Math"/>
                <a:cs typeface="Cambria Math"/>
              </a:rPr>
              <a:t>μ</a:t>
            </a:r>
          </a:p>
        </p:txBody>
      </p:sp>
      <p:sp>
        <p:nvSpPr>
          <p:cNvPr id="1568" name="reference-mu-0-sup">
            <a:extLst xmlns:a="http://schemas.openxmlformats.org/drawingml/2006/main">
              <a:ext uri="{FF2B5EF4-FFF2-40B4-BE49-F238E27FC236}">
                <a16:creationId xmlns:a16="http://schemas.microsoft.com/office/drawing/2014/main" id="{34471FB2-7BD1-4D8C-B823-4D342F3A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5569" y="2848928"/>
            <a:ext cx="298323" cy="185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27" b="0" i="0">
                <a:solidFill>
                  <a:srgbClr val="3C8D62"/>
                </a:solidFill>
                <a:latin typeface="Cambria Math"/>
                <a:ea typeface="Cambria Math"/>
                <a:cs typeface="Cambria Math"/>
              </a:defRPr>
            </a:pPr>
            <a:r>
              <a:rPr sz="1327" b="0" i="0">
                <a:solidFill>
                  <a:srgbClr val="3C8D62"/>
                </a:solidFill>
                <a:latin typeface="Cambria Math"/>
                <a:ea typeface="Cambria Math"/>
                <a:cs typeface="Cambria Math"/>
              </a:rPr>
              <a:t>ref</a:t>
            </a:r>
          </a:p>
        </p:txBody>
      </p:sp>
      <p:sp>
        <p:nvSpPr>
          <p:cNvPr id="1569" name="reference-and-predicted-junction">
            <a:extLst xmlns:a="http://schemas.openxmlformats.org/drawingml/2006/main">
              <a:ext uri="{FF2B5EF4-FFF2-40B4-BE49-F238E27FC236}">
                <a16:creationId xmlns:a16="http://schemas.microsoft.com/office/drawing/2014/main" id="{6773E707-DB32-40B6-9B05-29149DBB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3343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0" name="reference-to-junction-0-16">
            <a:extLst xmlns:a="http://schemas.openxmlformats.org/drawingml/2006/main">
              <a:ext uri="{FF2B5EF4-FFF2-40B4-BE49-F238E27FC236}">
                <a16:creationId xmlns:a16="http://schemas.microsoft.com/office/drawing/2014/main" id="{3B3194D1-40D7-4E18-89AD-8C92B381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2721" y="3227546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71" name="reference-to-junction-1-17">
            <a:extLst xmlns:a="http://schemas.openxmlformats.org/drawingml/2006/main">
              <a:ext uri="{FF2B5EF4-FFF2-40B4-BE49-F238E27FC236}">
                <a16:creationId xmlns:a16="http://schemas.microsoft.com/office/drawing/2014/main" id="{4A8E0342-FE8C-4796-87E3-3158DF05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2721" y="3284696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85" name=""/>
          <p:cNvCxnSpPr>
            <a:stCxn xmlns:a="http://schemas.openxmlformats.org/drawingml/2006/main" id="1570" idx="4"/>
            <a:endCxn xmlns:a="http://schemas.openxmlformats.org/drawingml/2006/main" id="1571" idx="0"/>
          </p:cNvCxnSpPr>
          <p:nvPr/>
        </p:nvCxnSpPr>
        <p:spPr>
          <a:xfrm xmlns:a="http://schemas.openxmlformats.org/drawingml/2006/main">
            <a:off x="14154150" y="3230404"/>
            <a:ext cx="0" cy="542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A629A"/>
            </a:solidFill>
            <a:prstDash val="solid"/>
            <a:tailEnd type="triangle" w="sm" len="sm"/>
          </a:ln>
        </p:spPr>
      </p:cxnSp>
      <p:sp>
        <p:nvSpPr>
          <p:cNvPr id="1573" name="common-actor-branch">
            <a:extLst xmlns:a="http://schemas.openxmlformats.org/drawingml/2006/main">
              <a:ext uri="{FF2B5EF4-FFF2-40B4-BE49-F238E27FC236}">
                <a16:creationId xmlns:a16="http://schemas.microsoft.com/office/drawing/2014/main" id="{E52FF967-9C60-410E-8397-09C44945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790950"/>
            <a:ext cx="1733550" cy="895350"/>
          </a:xfrm>
          <a:prstGeom xmlns:a="http://schemas.openxmlformats.org/drawingml/2006/main" prst="roundRect">
            <a:avLst>
              <a:gd name="adj" fmla="val 11702"/>
            </a:avLst>
          </a:prstGeom>
          <a:solidFill xmlns:a="http://schemas.openxmlformats.org/drawingml/2006/main">
            <a:srgbClr val="F3EEF8"/>
          </a:solidFill>
          <a:ln xmlns:a="http://schemas.openxmlformats.org/drawingml/2006/main" w="16193">
            <a:solidFill>
              <a:srgbClr val="7A629A"/>
            </a:solidFill>
            <a:prstDash val="solid"/>
          </a:ln>
        </p:spPr>
      </p:sp>
      <p:sp>
        <p:nvSpPr>
          <p:cNvPr id="1574" name="common-branch-label">
            <a:extLst xmlns:a="http://schemas.openxmlformats.org/drawingml/2006/main">
              <a:ext uri="{FF2B5EF4-FFF2-40B4-BE49-F238E27FC236}">
                <a16:creationId xmlns:a16="http://schemas.microsoft.com/office/drawing/2014/main" id="{994F644D-311B-47CC-A020-E89526C7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829050"/>
            <a:ext cx="1619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Common input</a:t>
            </a:r>
          </a:p>
          <a:p xmlns:a="http://schemas.openxmlformats.org/drawingml/2006/main">
            <a:pPr algn="ctr">
              <a:defRPr sz="1725" b="0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Mean + spread</a:t>
            </a:r>
          </a:p>
        </p:txBody>
      </p:sp>
      <p:sp>
        <p:nvSpPr>
          <p:cNvPr id="1575" name="common-u-0-base">
            <a:extLst xmlns:a="http://schemas.openxmlformats.org/drawingml/2006/main">
              <a:ext uri="{FF2B5EF4-FFF2-40B4-BE49-F238E27FC236}">
                <a16:creationId xmlns:a16="http://schemas.microsoft.com/office/drawing/2014/main" id="{29D2CDC0-F6A5-4DAB-B588-C18CC766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3816" y="4286250"/>
            <a:ext cx="149161" cy="313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7A629A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7A629A"/>
                </a:solidFill>
                <a:latin typeface="Cambria Math"/>
                <a:ea typeface="Cambria Math"/>
                <a:cs typeface="Cambria Math"/>
              </a:rPr>
              <a:t>u</a:t>
            </a:r>
          </a:p>
        </p:txBody>
      </p:sp>
      <p:sp>
        <p:nvSpPr>
          <p:cNvPr id="1576" name="common-u-0-sub">
            <a:extLst xmlns:a="http://schemas.openxmlformats.org/drawingml/2006/main">
              <a:ext uri="{FF2B5EF4-FFF2-40B4-BE49-F238E27FC236}">
                <a16:creationId xmlns:a16="http://schemas.microsoft.com/office/drawing/2014/main" id="{2D48B879-BA4D-42E1-A3E2-D091B045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3452" y="4466273"/>
            <a:ext cx="113157" cy="167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5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defRPr>
            </a:pPr>
            <a:r>
              <a:rPr sz="1235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rPr>
              <a:t>k</a:t>
            </a:r>
          </a:p>
        </p:txBody>
      </p:sp>
      <p:sp>
        <p:nvSpPr>
          <p:cNvPr id="1577" name="common-u-0-bar">
            <a:extLst xmlns:a="http://schemas.openxmlformats.org/drawingml/2006/main">
              <a:ext uri="{FF2B5EF4-FFF2-40B4-BE49-F238E27FC236}">
                <a16:creationId xmlns:a16="http://schemas.microsoft.com/office/drawing/2014/main" id="{213EFADC-BDD7-46E2-B325-20E515B7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2866" y="4311968"/>
            <a:ext cx="120587" cy="1905"/>
          </a:xfrm>
          <a:custGeom xmlns:a="http://schemas.openxmlformats.org/drawingml/2006/main">
            <a:pathLst>
              <a:path w="120587" h="1905">
                <a:moveTo>
                  <a:pt x="0" y="0"/>
                </a:moveTo>
                <a:lnTo>
                  <a:pt x="1205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A629A"/>
            </a:solidFill>
            <a:prstDash val="solid"/>
          </a:ln>
        </p:spPr>
      </p:sp>
      <p:sp>
        <p:nvSpPr>
          <p:cNvPr id="1578" name="centered-deviation-branch">
            <a:extLst xmlns:a="http://schemas.openxmlformats.org/drawingml/2006/main">
              <a:ext uri="{FF2B5EF4-FFF2-40B4-BE49-F238E27FC236}">
                <a16:creationId xmlns:a16="http://schemas.microsoft.com/office/drawing/2014/main" id="{A0CE9CF5-9321-4856-BE3B-BFDFE4F4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3790950"/>
            <a:ext cx="1733550" cy="895350"/>
          </a:xfrm>
          <a:prstGeom xmlns:a="http://schemas.openxmlformats.org/drawingml/2006/main" prst="roundRect">
            <a:avLst>
              <a:gd name="adj" fmla="val 11702"/>
            </a:avLst>
          </a:prstGeom>
          <a:solidFill xmlns:a="http://schemas.openxmlformats.org/drawingml/2006/main">
            <a:srgbClr val="F3EEF8"/>
          </a:solidFill>
          <a:ln xmlns:a="http://schemas.openxmlformats.org/drawingml/2006/main" w="16193">
            <a:solidFill>
              <a:srgbClr val="7A629A"/>
            </a:solidFill>
            <a:prstDash val="solid"/>
          </a:ln>
        </p:spPr>
      </p:sp>
      <p:sp>
        <p:nvSpPr>
          <p:cNvPr id="1579" name="deviation-branch-label">
            <a:extLst xmlns:a="http://schemas.openxmlformats.org/drawingml/2006/main">
              <a:ext uri="{FF2B5EF4-FFF2-40B4-BE49-F238E27FC236}">
                <a16:creationId xmlns:a16="http://schemas.microsoft.com/office/drawing/2014/main" id="{DC59759C-55EF-4071-8FE8-4D1BE98C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3829050"/>
            <a:ext cx="1619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Centered</a:t>
            </a:r>
          </a:p>
          <a:p xmlns:a="http://schemas.openxmlformats.org/drawingml/2006/main">
            <a:pPr algn="ctr">
              <a:defRPr sz="1725" b="0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correction</a:t>
            </a:r>
          </a:p>
        </p:txBody>
      </p:sp>
      <p:sp>
        <p:nvSpPr>
          <p:cNvPr id="1580" name="centered-u-0-base">
            <a:extLst xmlns:a="http://schemas.openxmlformats.org/drawingml/2006/main">
              <a:ext uri="{FF2B5EF4-FFF2-40B4-BE49-F238E27FC236}">
                <a16:creationId xmlns:a16="http://schemas.microsoft.com/office/drawing/2014/main" id="{3D911588-614F-40D0-80F8-35210AE0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9870" y="4286250"/>
            <a:ext cx="149161" cy="313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7A629A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7A629A"/>
                </a:solidFill>
                <a:latin typeface="Cambria Math"/>
                <a:ea typeface="Cambria Math"/>
                <a:cs typeface="Cambria Math"/>
              </a:rPr>
              <a:t>u</a:t>
            </a:r>
          </a:p>
        </p:txBody>
      </p:sp>
      <p:sp>
        <p:nvSpPr>
          <p:cNvPr id="1581" name="centered-u-0-sub">
            <a:extLst xmlns:a="http://schemas.openxmlformats.org/drawingml/2006/main">
              <a:ext uri="{FF2B5EF4-FFF2-40B4-BE49-F238E27FC236}">
                <a16:creationId xmlns:a16="http://schemas.microsoft.com/office/drawing/2014/main" id="{C6D1A1AE-E2FC-4FDC-B8CE-51B21B62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9506" y="4466273"/>
            <a:ext cx="277749" cy="167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5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defRPr>
            </a:pPr>
            <a:r>
              <a:rPr sz="1235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rPr>
              <a:t>k</a:t>
            </a:r>
          </a:p>
        </p:txBody>
      </p:sp>
      <p:sp>
        <p:nvSpPr>
          <p:cNvPr id="1582" name="centered-u-0-sup">
            <a:extLst xmlns:a="http://schemas.openxmlformats.org/drawingml/2006/main">
              <a:ext uri="{FF2B5EF4-FFF2-40B4-BE49-F238E27FC236}">
                <a16:creationId xmlns:a16="http://schemas.microsoft.com/office/drawing/2014/main" id="{1F5C0F35-26BD-40B4-B737-36E81563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9506" y="4260533"/>
            <a:ext cx="277749" cy="172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5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defRPr>
            </a:pPr>
            <a:r>
              <a:rPr sz="1235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rPr>
              <a:t>(m)</a:t>
            </a:r>
          </a:p>
        </p:txBody>
      </p:sp>
      <p:sp>
        <p:nvSpPr>
          <p:cNvPr id="1583" name="centered-u-0-tilde">
            <a:extLst xmlns:a="http://schemas.openxmlformats.org/drawingml/2006/main">
              <a:ext uri="{FF2B5EF4-FFF2-40B4-BE49-F238E27FC236}">
                <a16:creationId xmlns:a16="http://schemas.microsoft.com/office/drawing/2014/main" id="{6977B3DE-03B6-48F5-954B-1F8787F9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9395" y="4299109"/>
            <a:ext cx="130111" cy="52388"/>
          </a:xfrm>
          <a:custGeom xmlns:a="http://schemas.openxmlformats.org/drawingml/2006/main">
            <a:pathLst>
              <a:path w="130111" h="52388">
                <a:moveTo>
                  <a:pt x="0" y="39291"/>
                </a:moveTo>
                <a:lnTo>
                  <a:pt x="23420" y="11525"/>
                </a:lnTo>
                <a:lnTo>
                  <a:pt x="46840" y="8906"/>
                </a:lnTo>
                <a:lnTo>
                  <a:pt x="78067" y="37719"/>
                </a:lnTo>
                <a:lnTo>
                  <a:pt x="104089" y="40862"/>
                </a:lnTo>
                <a:lnTo>
                  <a:pt x="130111" y="11525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7A629A"/>
            </a:solidFill>
            <a:prstDash val="solid"/>
          </a:ln>
        </p:spPr>
      </p:sp>
      <p:cxnSp>
        <p:nvCxnSpPr>
          <p:cNvPr id="3297" name=""/>
          <p:cNvCxnSpPr>
            <a:stCxn xmlns:a="http://schemas.openxmlformats.org/drawingml/2006/main" id="1569" idx="4"/>
            <a:endCxn xmlns:a="http://schemas.openxmlformats.org/drawingml/2006/main" id="1573" idx="0"/>
          </p:cNvCxnSpPr>
          <p:nvPr/>
        </p:nvCxnSpPr>
        <p:spPr>
          <a:xfrm xmlns:a="http://schemas.openxmlformats.org/drawingml/2006/main" flipH="1">
            <a:off x="13134975" y="3419475"/>
            <a:ext cx="1019175" cy="3714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7A629A"/>
            </a:solidFill>
            <a:prstDash val="solid"/>
            <a:tailEnd type="triangle" w="sm" len="sm"/>
          </a:ln>
        </p:spPr>
      </p:cxnSp>
      <p:cxnSp>
        <p:nvCxnSpPr>
          <p:cNvPr id="3298" name=""/>
          <p:cNvCxnSpPr>
            <a:stCxn xmlns:a="http://schemas.openxmlformats.org/drawingml/2006/main" id="1569" idx="4"/>
            <a:endCxn xmlns:a="http://schemas.openxmlformats.org/drawingml/2006/main" id="1578" idx="0"/>
          </p:cNvCxnSpPr>
          <p:nvPr/>
        </p:nvCxnSpPr>
        <p:spPr>
          <a:xfrm xmlns:a="http://schemas.openxmlformats.org/drawingml/2006/main">
            <a:off x="14154150" y="3419475"/>
            <a:ext cx="1019175" cy="3714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7A629A"/>
            </a:solidFill>
            <a:prstDash val="solid"/>
            <a:tailEnd type="triangle" w="sm" len="sm"/>
          </a:ln>
        </p:spPr>
      </p:cxnSp>
      <p:sp>
        <p:nvSpPr>
          <p:cNvPr id="1586" name="combined-input-policy-0-base">
            <a:extLst xmlns:a="http://schemas.openxmlformats.org/drawingml/2006/main">
              <a:ext uri="{FF2B5EF4-FFF2-40B4-BE49-F238E27FC236}">
                <a16:creationId xmlns:a16="http://schemas.microsoft.com/office/drawing/2014/main" id="{BCB179CA-B25B-4698-B8D2-7294F2E4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7754" y="5248275"/>
            <a:ext cx="182308" cy="383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7A629A"/>
                </a:solidFill>
                <a:latin typeface="Cambria Math"/>
                <a:ea typeface="Cambria Math"/>
                <a:cs typeface="Cambria Math"/>
              </a:defRPr>
            </a:pPr>
            <a:r>
              <a:rPr sz="2475" b="1" i="0">
                <a:solidFill>
                  <a:srgbClr val="7A629A"/>
                </a:solidFill>
                <a:latin typeface="Cambria Math"/>
                <a:ea typeface="Cambria Math"/>
                <a:cs typeface="Cambria Math"/>
              </a:rPr>
              <a:t>u</a:t>
            </a:r>
          </a:p>
        </p:txBody>
      </p:sp>
      <p:sp>
        <p:nvSpPr>
          <p:cNvPr id="1587" name="combined-input-policy-0-sub">
            <a:extLst xmlns:a="http://schemas.openxmlformats.org/drawingml/2006/main">
              <a:ext uri="{FF2B5EF4-FFF2-40B4-BE49-F238E27FC236}">
                <a16:creationId xmlns:a16="http://schemas.microsoft.com/office/drawing/2014/main" id="{D7C93AA9-782B-4724-93E5-1FEB70E9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0537" y="5468303"/>
            <a:ext cx="339471" cy="204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10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defRPr>
            </a:pPr>
            <a:r>
              <a:rPr sz="1510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rPr>
              <a:t>k</a:t>
            </a:r>
          </a:p>
        </p:txBody>
      </p:sp>
      <p:sp>
        <p:nvSpPr>
          <p:cNvPr id="1588" name="combined-input-policy-0-sup">
            <a:extLst xmlns:a="http://schemas.openxmlformats.org/drawingml/2006/main">
              <a:ext uri="{FF2B5EF4-FFF2-40B4-BE49-F238E27FC236}">
                <a16:creationId xmlns:a16="http://schemas.microsoft.com/office/drawing/2014/main" id="{308DFD06-935C-4C2F-9BBF-70D4AFC0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0537" y="5216843"/>
            <a:ext cx="339471" cy="2105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10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defRPr>
            </a:pPr>
            <a:r>
              <a:rPr sz="1510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rPr>
              <a:t>(m)</a:t>
            </a:r>
          </a:p>
        </p:txBody>
      </p:sp>
      <p:sp>
        <p:nvSpPr>
          <p:cNvPr id="1589" name="combined-input-policy-1-base">
            <a:extLst xmlns:a="http://schemas.openxmlformats.org/drawingml/2006/main">
              <a:ext uri="{FF2B5EF4-FFF2-40B4-BE49-F238E27FC236}">
                <a16:creationId xmlns:a16="http://schemas.microsoft.com/office/drawing/2014/main" id="{AA0380A8-21F1-402F-A6C1-DD139C2B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9533" y="5248275"/>
            <a:ext cx="166592" cy="383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defRPr>
            </a:pPr>
            <a:r>
              <a:rPr sz="2475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rPr>
              <a:t>=</a:t>
            </a:r>
          </a:p>
        </p:txBody>
      </p:sp>
      <p:sp>
        <p:nvSpPr>
          <p:cNvPr id="1590" name="combined-input-policy-2-base">
            <a:extLst xmlns:a="http://schemas.openxmlformats.org/drawingml/2006/main">
              <a:ext uri="{FF2B5EF4-FFF2-40B4-BE49-F238E27FC236}">
                <a16:creationId xmlns:a16="http://schemas.microsoft.com/office/drawing/2014/main" id="{4F2F59A1-E709-4B51-8F47-0CF5C638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3844" y="5248275"/>
            <a:ext cx="182308" cy="383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7A629A"/>
                </a:solidFill>
                <a:latin typeface="Cambria Math"/>
                <a:ea typeface="Cambria Math"/>
                <a:cs typeface="Cambria Math"/>
              </a:defRPr>
            </a:pPr>
            <a:r>
              <a:rPr sz="2475" b="1" i="0">
                <a:solidFill>
                  <a:srgbClr val="7A629A"/>
                </a:solidFill>
                <a:latin typeface="Cambria Math"/>
                <a:ea typeface="Cambria Math"/>
                <a:cs typeface="Cambria Math"/>
              </a:rPr>
              <a:t>u</a:t>
            </a:r>
          </a:p>
        </p:txBody>
      </p:sp>
      <p:sp>
        <p:nvSpPr>
          <p:cNvPr id="1591" name="combined-input-policy-2-sub">
            <a:extLst xmlns:a="http://schemas.openxmlformats.org/drawingml/2006/main">
              <a:ext uri="{FF2B5EF4-FFF2-40B4-BE49-F238E27FC236}">
                <a16:creationId xmlns:a16="http://schemas.microsoft.com/office/drawing/2014/main" id="{96FE4942-C918-4271-B3B1-EA8FFDF0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6628" y="5468303"/>
            <a:ext cx="138303" cy="204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10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defRPr>
            </a:pPr>
            <a:r>
              <a:rPr sz="1510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rPr>
              <a:t>k</a:t>
            </a:r>
          </a:p>
        </p:txBody>
      </p:sp>
      <p:sp>
        <p:nvSpPr>
          <p:cNvPr id="1592" name="combined-input-policy-2-bar">
            <a:extLst xmlns:a="http://schemas.openxmlformats.org/drawingml/2006/main">
              <a:ext uri="{FF2B5EF4-FFF2-40B4-BE49-F238E27FC236}">
                <a16:creationId xmlns:a16="http://schemas.microsoft.com/office/drawing/2014/main" id="{6FC0758D-7D7C-45E3-A538-000CBCD8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2894" y="5279708"/>
            <a:ext cx="153734" cy="1905"/>
          </a:xfrm>
          <a:custGeom xmlns:a="http://schemas.openxmlformats.org/drawingml/2006/main">
            <a:pathLst>
              <a:path w="153734" h="1905">
                <a:moveTo>
                  <a:pt x="0" y="0"/>
                </a:moveTo>
                <a:lnTo>
                  <a:pt x="1537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A629A"/>
            </a:solidFill>
            <a:prstDash val="solid"/>
          </a:ln>
        </p:spPr>
      </p:sp>
      <p:sp>
        <p:nvSpPr>
          <p:cNvPr id="1593" name="combined-input-policy-3-base">
            <a:extLst xmlns:a="http://schemas.openxmlformats.org/drawingml/2006/main">
              <a:ext uri="{FF2B5EF4-FFF2-40B4-BE49-F238E27FC236}">
                <a16:creationId xmlns:a16="http://schemas.microsoft.com/office/drawing/2014/main" id="{1B3F4F8B-B6DB-4519-9618-2C7F3F0B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4456" y="5248275"/>
            <a:ext cx="166592" cy="383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defRPr>
            </a:pPr>
            <a:r>
              <a:rPr sz="2475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rPr>
              <a:t>+</a:t>
            </a:r>
          </a:p>
        </p:txBody>
      </p:sp>
      <p:sp>
        <p:nvSpPr>
          <p:cNvPr id="1594" name="combined-input-policy-4-base">
            <a:extLst xmlns:a="http://schemas.openxmlformats.org/drawingml/2006/main">
              <a:ext uri="{FF2B5EF4-FFF2-40B4-BE49-F238E27FC236}">
                <a16:creationId xmlns:a16="http://schemas.microsoft.com/office/drawing/2014/main" id="{32AE221C-111E-43D7-89AE-A3D20B4F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8767" y="5248275"/>
            <a:ext cx="182308" cy="383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7A629A"/>
                </a:solidFill>
                <a:latin typeface="Cambria Math"/>
                <a:ea typeface="Cambria Math"/>
                <a:cs typeface="Cambria Math"/>
              </a:defRPr>
            </a:pPr>
            <a:r>
              <a:rPr sz="2475" b="1" i="0">
                <a:solidFill>
                  <a:srgbClr val="7A629A"/>
                </a:solidFill>
                <a:latin typeface="Cambria Math"/>
                <a:ea typeface="Cambria Math"/>
                <a:cs typeface="Cambria Math"/>
              </a:rPr>
              <a:t>u</a:t>
            </a:r>
          </a:p>
        </p:txBody>
      </p:sp>
      <p:sp>
        <p:nvSpPr>
          <p:cNvPr id="1595" name="combined-input-policy-4-sub">
            <a:extLst xmlns:a="http://schemas.openxmlformats.org/drawingml/2006/main">
              <a:ext uri="{FF2B5EF4-FFF2-40B4-BE49-F238E27FC236}">
                <a16:creationId xmlns:a16="http://schemas.microsoft.com/office/drawing/2014/main" id="{EBEFCCEB-AC7B-4269-80EA-8D3B0781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1551" y="5468303"/>
            <a:ext cx="339471" cy="204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10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defRPr>
            </a:pPr>
            <a:r>
              <a:rPr sz="1510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rPr>
              <a:t>k</a:t>
            </a:r>
          </a:p>
        </p:txBody>
      </p:sp>
      <p:sp>
        <p:nvSpPr>
          <p:cNvPr id="1596" name="combined-input-policy-4-sup">
            <a:extLst xmlns:a="http://schemas.openxmlformats.org/drawingml/2006/main">
              <a:ext uri="{FF2B5EF4-FFF2-40B4-BE49-F238E27FC236}">
                <a16:creationId xmlns:a16="http://schemas.microsoft.com/office/drawing/2014/main" id="{CDF214F2-7C63-47C0-B624-A23502E8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1551" y="5216843"/>
            <a:ext cx="339471" cy="2105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10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defRPr>
            </a:pPr>
            <a:r>
              <a:rPr sz="1510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rPr>
              <a:t>(m)</a:t>
            </a:r>
          </a:p>
        </p:txBody>
      </p:sp>
      <p:sp>
        <p:nvSpPr>
          <p:cNvPr id="1597" name="combined-input-policy-4-tilde">
            <a:extLst xmlns:a="http://schemas.openxmlformats.org/drawingml/2006/main">
              <a:ext uri="{FF2B5EF4-FFF2-40B4-BE49-F238E27FC236}">
                <a16:creationId xmlns:a16="http://schemas.microsoft.com/office/drawing/2014/main" id="{772FE02F-A8FA-497F-9D7A-A7089011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8292" y="5263991"/>
            <a:ext cx="163258" cy="52388"/>
          </a:xfrm>
          <a:custGeom xmlns:a="http://schemas.openxmlformats.org/drawingml/2006/main">
            <a:pathLst>
              <a:path w="163258" h="52388">
                <a:moveTo>
                  <a:pt x="0" y="39291"/>
                </a:moveTo>
                <a:lnTo>
                  <a:pt x="29387" y="11525"/>
                </a:lnTo>
                <a:lnTo>
                  <a:pt x="58773" y="8906"/>
                </a:lnTo>
                <a:lnTo>
                  <a:pt x="97955" y="37719"/>
                </a:lnTo>
                <a:lnTo>
                  <a:pt x="130607" y="40862"/>
                </a:lnTo>
                <a:lnTo>
                  <a:pt x="163258" y="11525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7A629A"/>
            </a:solidFill>
            <a:prstDash val="solid"/>
          </a:ln>
        </p:spPr>
      </p:sp>
      <p:sp>
        <p:nvSpPr>
          <p:cNvPr id="1598" name="common-to-combined-0-18">
            <a:extLst xmlns:a="http://schemas.openxmlformats.org/drawingml/2006/main">
              <a:ext uri="{FF2B5EF4-FFF2-40B4-BE49-F238E27FC236}">
                <a16:creationId xmlns:a16="http://schemas.microsoft.com/office/drawing/2014/main" id="{0AE09E23-15E8-4CDC-B5D0-D0A83A85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3546" y="4742021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99" name="common-to-combined-1-19">
            <a:extLst xmlns:a="http://schemas.openxmlformats.org/drawingml/2006/main">
              <a:ext uri="{FF2B5EF4-FFF2-40B4-BE49-F238E27FC236}">
                <a16:creationId xmlns:a16="http://schemas.microsoft.com/office/drawing/2014/main" id="{AD820CC6-6BC1-4921-8D17-E0F5E32A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3546" y="4980146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00" name="common-to-combined-2-20">
            <a:extLst xmlns:a="http://schemas.openxmlformats.org/drawingml/2006/main">
              <a:ext uri="{FF2B5EF4-FFF2-40B4-BE49-F238E27FC236}">
                <a16:creationId xmlns:a16="http://schemas.microsoft.com/office/drawing/2014/main" id="{F5B51C0E-A386-4369-9799-C9A37CDB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7921" y="5161121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314" name=""/>
          <p:cNvCxnSpPr>
            <a:stCxn xmlns:a="http://schemas.openxmlformats.org/drawingml/2006/main" id="1598" idx="4"/>
            <a:endCxn xmlns:a="http://schemas.openxmlformats.org/drawingml/2006/main" id="1599" idx="0"/>
          </p:cNvCxnSpPr>
          <p:nvPr/>
        </p:nvCxnSpPr>
        <p:spPr>
          <a:xfrm xmlns:a="http://schemas.openxmlformats.org/drawingml/2006/main">
            <a:off x="13134975" y="4744879"/>
            <a:ext cx="0" cy="2352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A629A"/>
            </a:solidFill>
            <a:prstDash val="solid"/>
          </a:ln>
        </p:spPr>
      </p:cxnSp>
      <p:cxnSp>
        <p:nvCxnSpPr>
          <p:cNvPr id="3315" name=""/>
          <p:cNvCxnSpPr>
            <a:stCxn xmlns:a="http://schemas.openxmlformats.org/drawingml/2006/main" id="1599" idx="6"/>
            <a:endCxn xmlns:a="http://schemas.openxmlformats.org/drawingml/2006/main" id="1600" idx="2"/>
          </p:cNvCxnSpPr>
          <p:nvPr/>
        </p:nvCxnSpPr>
        <p:spPr>
          <a:xfrm xmlns:a="http://schemas.openxmlformats.org/drawingml/2006/main">
            <a:off x="13136404" y="4981575"/>
            <a:ext cx="711517" cy="1809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A629A"/>
            </a:solidFill>
            <a:prstDash val="solid"/>
            <a:tailEnd type="triangle" w="sm" len="sm"/>
          </a:ln>
        </p:spPr>
      </p:cxnSp>
      <p:sp>
        <p:nvSpPr>
          <p:cNvPr id="1603" name="centered-to-combined-0-21">
            <a:extLst xmlns:a="http://schemas.openxmlformats.org/drawingml/2006/main">
              <a:ext uri="{FF2B5EF4-FFF2-40B4-BE49-F238E27FC236}">
                <a16:creationId xmlns:a16="http://schemas.microsoft.com/office/drawing/2014/main" id="{F8394B9F-F08B-4409-B4F5-31562DB7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1896" y="4742021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04" name="centered-to-combined-1-22">
            <a:extLst xmlns:a="http://schemas.openxmlformats.org/drawingml/2006/main">
              <a:ext uri="{FF2B5EF4-FFF2-40B4-BE49-F238E27FC236}">
                <a16:creationId xmlns:a16="http://schemas.microsoft.com/office/drawing/2014/main" id="{ED54551E-7D9E-433A-9477-D489C3FB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1896" y="4980146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05" name="centered-to-combined-2-23">
            <a:extLst xmlns:a="http://schemas.openxmlformats.org/drawingml/2006/main">
              <a:ext uri="{FF2B5EF4-FFF2-40B4-BE49-F238E27FC236}">
                <a16:creationId xmlns:a16="http://schemas.microsoft.com/office/drawing/2014/main" id="{AE3BBF4F-7C69-47DF-8784-B3333B37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6571" y="5161121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319" name=""/>
          <p:cNvCxnSpPr>
            <a:stCxn xmlns:a="http://schemas.openxmlformats.org/drawingml/2006/main" id="1603" idx="4"/>
            <a:endCxn xmlns:a="http://schemas.openxmlformats.org/drawingml/2006/main" id="1604" idx="0"/>
          </p:cNvCxnSpPr>
          <p:nvPr/>
        </p:nvCxnSpPr>
        <p:spPr>
          <a:xfrm xmlns:a="http://schemas.openxmlformats.org/drawingml/2006/main">
            <a:off x="15173325" y="4744879"/>
            <a:ext cx="0" cy="2352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A629A"/>
            </a:solidFill>
            <a:prstDash val="solid"/>
          </a:ln>
        </p:spPr>
      </p:cxnSp>
      <p:cxnSp>
        <p:nvCxnSpPr>
          <p:cNvPr id="3320" name=""/>
          <p:cNvCxnSpPr>
            <a:stCxn xmlns:a="http://schemas.openxmlformats.org/drawingml/2006/main" id="1604" idx="2"/>
            <a:endCxn xmlns:a="http://schemas.openxmlformats.org/drawingml/2006/main" id="1605" idx="6"/>
          </p:cNvCxnSpPr>
          <p:nvPr/>
        </p:nvCxnSpPr>
        <p:spPr>
          <a:xfrm xmlns:a="http://schemas.openxmlformats.org/drawingml/2006/main" flipH="1">
            <a:off x="14479429" y="4981575"/>
            <a:ext cx="692467" cy="1809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A629A"/>
            </a:solidFill>
            <a:prstDash val="solid"/>
            <a:tailEnd type="triangle" w="sm" len="sm"/>
          </a:ln>
        </p:spPr>
      </p:cxnSp>
      <p:sp>
        <p:nvSpPr>
          <p:cNvPr id="1608" name="bounded-virtual-input">
            <a:extLst xmlns:a="http://schemas.openxmlformats.org/drawingml/2006/main">
              <a:ext uri="{FF2B5EF4-FFF2-40B4-BE49-F238E27FC236}">
                <a16:creationId xmlns:a16="http://schemas.microsoft.com/office/drawing/2014/main" id="{EE318FD4-127A-4B33-BF50-D018E70F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943600"/>
            <a:ext cx="3771900" cy="657225"/>
          </a:xfrm>
          <a:prstGeom xmlns:a="http://schemas.openxmlformats.org/drawingml/2006/main" prst="roundRect">
            <a:avLst>
              <a:gd name="adj" fmla="val 15942"/>
            </a:avLst>
          </a:prstGeom>
          <a:solidFill xmlns:a="http://schemas.openxmlformats.org/drawingml/2006/main">
            <a:srgbClr val="FBF9FD"/>
          </a:solidFill>
          <a:ln xmlns:a="http://schemas.openxmlformats.org/drawingml/2006/main" w="16193">
            <a:solidFill>
              <a:srgbClr val="7A629A"/>
            </a:solidFill>
            <a:prstDash val="solid"/>
          </a:ln>
        </p:spPr>
      </p:sp>
      <p:sp>
        <p:nvSpPr>
          <p:cNvPr id="1609" name="bounded-input-heading">
            <a:extLst xmlns:a="http://schemas.openxmlformats.org/drawingml/2006/main">
              <a:ext uri="{FF2B5EF4-FFF2-40B4-BE49-F238E27FC236}">
                <a16:creationId xmlns:a16="http://schemas.microsoft.com/office/drawing/2014/main" id="{81EBC7D1-531B-4EE8-99C3-8EF4320C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9817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Bounded virtual input</a:t>
            </a:r>
          </a:p>
        </p:txBody>
      </p:sp>
      <p:sp>
        <p:nvSpPr>
          <p:cNvPr id="1610" name="input-bound-0-base">
            <a:extLst xmlns:a="http://schemas.openxmlformats.org/drawingml/2006/main">
              <a:ext uri="{FF2B5EF4-FFF2-40B4-BE49-F238E27FC236}">
                <a16:creationId xmlns:a16="http://schemas.microsoft.com/office/drawing/2014/main" id="{92AB810F-4F9B-4AEB-B634-3D028202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6920" y="6257925"/>
            <a:ext cx="121158" cy="278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rPr>
              <a:t>∥</a:t>
            </a:r>
          </a:p>
        </p:txBody>
      </p:sp>
      <p:sp>
        <p:nvSpPr>
          <p:cNvPr id="1611" name="input-bound-1-base">
            <a:extLst xmlns:a="http://schemas.openxmlformats.org/drawingml/2006/main">
              <a:ext uri="{FF2B5EF4-FFF2-40B4-BE49-F238E27FC236}">
                <a16:creationId xmlns:a16="http://schemas.microsoft.com/office/drawing/2014/main" id="{2566579C-B6D0-4A99-8536-CC963803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5510" y="6257925"/>
            <a:ext cx="132588" cy="278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7A629A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1" i="0">
                <a:solidFill>
                  <a:srgbClr val="7A629A"/>
                </a:solidFill>
                <a:latin typeface="Cambria Math"/>
                <a:ea typeface="Cambria Math"/>
                <a:cs typeface="Cambria Math"/>
              </a:rPr>
              <a:t>u</a:t>
            </a:r>
          </a:p>
        </p:txBody>
      </p:sp>
      <p:sp>
        <p:nvSpPr>
          <p:cNvPr id="1612" name="input-bound-1-sub">
            <a:extLst xmlns:a="http://schemas.openxmlformats.org/drawingml/2006/main">
              <a:ext uri="{FF2B5EF4-FFF2-40B4-BE49-F238E27FC236}">
                <a16:creationId xmlns:a16="http://schemas.microsoft.com/office/drawing/2014/main" id="{BAF28576-9E22-400F-8286-2FB305AA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8573" y="6417945"/>
            <a:ext cx="246888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98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defRPr>
            </a:pPr>
            <a:r>
              <a:rPr sz="1098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rPr>
              <a:t>k</a:t>
            </a:r>
          </a:p>
        </p:txBody>
      </p:sp>
      <p:sp>
        <p:nvSpPr>
          <p:cNvPr id="1613" name="input-bound-1-sup">
            <a:extLst xmlns:a="http://schemas.openxmlformats.org/drawingml/2006/main">
              <a:ext uri="{FF2B5EF4-FFF2-40B4-BE49-F238E27FC236}">
                <a16:creationId xmlns:a16="http://schemas.microsoft.com/office/drawing/2014/main" id="{0AC87C02-60EF-41F6-A41B-DBFBDFA5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8573" y="6235065"/>
            <a:ext cx="246888" cy="153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98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defRPr>
            </a:pPr>
            <a:r>
              <a:rPr sz="1098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rPr>
              <a:t>(m)</a:t>
            </a:r>
          </a:p>
        </p:txBody>
      </p:sp>
      <p:sp>
        <p:nvSpPr>
          <p:cNvPr id="1614" name="input-bound-2-base">
            <a:extLst xmlns:a="http://schemas.openxmlformats.org/drawingml/2006/main">
              <a:ext uri="{FF2B5EF4-FFF2-40B4-BE49-F238E27FC236}">
                <a16:creationId xmlns:a16="http://schemas.microsoft.com/office/drawing/2014/main" id="{4051012B-A1DA-45CC-9633-402073E8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4986" y="6257925"/>
            <a:ext cx="132588" cy="278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rPr>
              <a:t>∥</a:t>
            </a:r>
          </a:p>
        </p:txBody>
      </p:sp>
      <p:sp>
        <p:nvSpPr>
          <p:cNvPr id="1615" name="input-bound-2-sub">
            <a:extLst xmlns:a="http://schemas.openxmlformats.org/drawingml/2006/main">
              <a:ext uri="{FF2B5EF4-FFF2-40B4-BE49-F238E27FC236}">
                <a16:creationId xmlns:a16="http://schemas.microsoft.com/office/drawing/2014/main" id="{3D357B5B-FF76-4CCD-9A23-81317C0A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8049" y="6417945"/>
            <a:ext cx="100584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98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defRPr>
            </a:pPr>
            <a:r>
              <a:rPr sz="1098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rPr>
              <a:t>∞</a:t>
            </a:r>
          </a:p>
        </p:txBody>
      </p:sp>
      <p:sp>
        <p:nvSpPr>
          <p:cNvPr id="1616" name="input-bound-3-base">
            <a:extLst xmlns:a="http://schemas.openxmlformats.org/drawingml/2006/main">
              <a:ext uri="{FF2B5EF4-FFF2-40B4-BE49-F238E27FC236}">
                <a16:creationId xmlns:a16="http://schemas.microsoft.com/office/drawing/2014/main" id="{F1F02B6E-9DAA-4457-BF6B-E2604D33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8158" y="6257925"/>
            <a:ext cx="605790" cy="278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rPr>
              <a:t>≤ 1.8</a:t>
            </a:r>
          </a:p>
        </p:txBody>
      </p:sp>
      <p:sp>
        <p:nvSpPr>
          <p:cNvPr id="1617" name="combined-to-bound-0-24">
            <a:extLst xmlns:a="http://schemas.openxmlformats.org/drawingml/2006/main">
              <a:ext uri="{FF2B5EF4-FFF2-40B4-BE49-F238E27FC236}">
                <a16:creationId xmlns:a16="http://schemas.microsoft.com/office/drawing/2014/main" id="{CE519926-7341-4A99-9364-9CC85F0C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2721" y="5675471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18" name="combined-to-bound-1-25">
            <a:extLst xmlns:a="http://schemas.openxmlformats.org/drawingml/2006/main">
              <a:ext uri="{FF2B5EF4-FFF2-40B4-BE49-F238E27FC236}">
                <a16:creationId xmlns:a16="http://schemas.microsoft.com/office/drawing/2014/main" id="{7774B4A5-DCFC-4419-8764-4D810F02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2721" y="5885021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332" name=""/>
          <p:cNvCxnSpPr>
            <a:stCxn xmlns:a="http://schemas.openxmlformats.org/drawingml/2006/main" id="1617" idx="4"/>
            <a:endCxn xmlns:a="http://schemas.openxmlformats.org/drawingml/2006/main" id="1618" idx="0"/>
          </p:cNvCxnSpPr>
          <p:nvPr/>
        </p:nvCxnSpPr>
        <p:spPr>
          <a:xfrm xmlns:a="http://schemas.openxmlformats.org/drawingml/2006/main">
            <a:off x="14154150" y="5678329"/>
            <a:ext cx="0" cy="2066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A629A"/>
            </a:solidFill>
            <a:prstDash val="solid"/>
            <a:tailEnd type="triangle" w="sm" len="sm"/>
          </a:ln>
        </p:spPr>
      </p:cxnSp>
      <p:sp>
        <p:nvSpPr>
          <p:cNvPr id="1620" name="heat-kernel-actuator-input-map">
            <a:extLst xmlns:a="http://schemas.openxmlformats.org/drawingml/2006/main">
              <a:ext uri="{FF2B5EF4-FFF2-40B4-BE49-F238E27FC236}">
                <a16:creationId xmlns:a16="http://schemas.microsoft.com/office/drawing/2014/main" id="{41EE20A9-1E51-4FD1-B1ED-02B6959A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7067550"/>
            <a:ext cx="3771900" cy="742950"/>
          </a:xfrm>
          <a:prstGeom xmlns:a="http://schemas.openxmlformats.org/drawingml/2006/main" prst="roundRect">
            <a:avLst>
              <a:gd name="adj" fmla="val 14103"/>
            </a:avLst>
          </a:prstGeom>
          <a:solidFill xmlns:a="http://schemas.openxmlformats.org/drawingml/2006/main">
            <a:srgbClr val="FBF9FD"/>
          </a:solidFill>
          <a:ln xmlns:a="http://schemas.openxmlformats.org/drawingml/2006/main" w="16193">
            <a:solidFill>
              <a:srgbClr val="7A629A"/>
            </a:solidFill>
            <a:prstDash val="solid"/>
          </a:ln>
        </p:spPr>
      </p:sp>
      <p:sp>
        <p:nvSpPr>
          <p:cNvPr id="1621" name="input-map-heading">
            <a:extLst xmlns:a="http://schemas.openxmlformats.org/drawingml/2006/main">
              <a:ext uri="{FF2B5EF4-FFF2-40B4-BE49-F238E27FC236}">
                <a16:creationId xmlns:a16="http://schemas.microsoft.com/office/drawing/2014/main" id="{0108FE63-B568-4BED-AC0C-82B131CB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115175"/>
            <a:ext cx="361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Heat kernel + actuator mask</a:t>
            </a:r>
          </a:p>
        </p:txBody>
      </p:sp>
      <p:sp>
        <p:nvSpPr>
          <p:cNvPr id="1622" name="B-G-definition-0-base">
            <a:extLst xmlns:a="http://schemas.openxmlformats.org/drawingml/2006/main">
              <a:ext uri="{FF2B5EF4-FFF2-40B4-BE49-F238E27FC236}">
                <a16:creationId xmlns:a16="http://schemas.microsoft.com/office/drawing/2014/main" id="{8591DF41-B1AA-4313-89B6-85215275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090" y="7410450"/>
            <a:ext cx="149161" cy="313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7A629A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7A629A"/>
                </a:solidFill>
                <a:latin typeface="Cambria Math"/>
                <a:ea typeface="Cambria Math"/>
                <a:cs typeface="Cambria Math"/>
              </a:rPr>
              <a:t>B</a:t>
            </a:r>
          </a:p>
        </p:txBody>
      </p:sp>
      <p:sp>
        <p:nvSpPr>
          <p:cNvPr id="1623" name="B-G-definition-0-sub">
            <a:extLst xmlns:a="http://schemas.openxmlformats.org/drawingml/2006/main">
              <a:ext uri="{FF2B5EF4-FFF2-40B4-BE49-F238E27FC236}">
                <a16:creationId xmlns:a16="http://schemas.microsoft.com/office/drawing/2014/main" id="{22B9B57B-5B03-4171-9FDD-16107D9E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6727" y="7590473"/>
            <a:ext cx="113157" cy="167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5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defRPr>
            </a:pPr>
            <a:r>
              <a:rPr sz="1235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rPr>
              <a:t>G</a:t>
            </a:r>
          </a:p>
        </p:txBody>
      </p:sp>
      <p:sp>
        <p:nvSpPr>
          <p:cNvPr id="1624" name="B-G-definition-1-base">
            <a:extLst xmlns:a="http://schemas.openxmlformats.org/drawingml/2006/main">
              <a:ext uri="{FF2B5EF4-FFF2-40B4-BE49-F238E27FC236}">
                <a16:creationId xmlns:a16="http://schemas.microsoft.com/office/drawing/2014/main" id="{E6BDA8A5-A771-4BEE-A533-8D77AAAD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9409" y="7410450"/>
            <a:ext cx="136303" cy="313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rPr>
              <a:t>=</a:t>
            </a:r>
          </a:p>
        </p:txBody>
      </p:sp>
      <p:sp>
        <p:nvSpPr>
          <p:cNvPr id="1625" name="B-G-definition-2-base">
            <a:extLst xmlns:a="http://schemas.openxmlformats.org/drawingml/2006/main">
              <a:ext uri="{FF2B5EF4-FFF2-40B4-BE49-F238E27FC236}">
                <a16:creationId xmlns:a16="http://schemas.microsoft.com/office/drawing/2014/main" id="{8B3CC31A-7B2F-405E-819C-BE4344A9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73" y="7410450"/>
            <a:ext cx="149161" cy="313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7A629A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7A629A"/>
                </a:solidFill>
                <a:latin typeface="Cambria Math"/>
                <a:ea typeface="Cambria Math"/>
                <a:cs typeface="Cambria Math"/>
              </a:rPr>
              <a:t>H</a:t>
            </a:r>
          </a:p>
        </p:txBody>
      </p:sp>
      <p:sp>
        <p:nvSpPr>
          <p:cNvPr id="1626" name="B-G-definition-2-sub">
            <a:extLst xmlns:a="http://schemas.openxmlformats.org/drawingml/2006/main">
              <a:ext uri="{FF2B5EF4-FFF2-40B4-BE49-F238E27FC236}">
                <a16:creationId xmlns:a16="http://schemas.microsoft.com/office/drawing/2014/main" id="{9E5C3A0E-4FEB-441A-8FF8-B7D37262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6209" y="7590473"/>
            <a:ext cx="113157" cy="167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5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defRPr>
            </a:pPr>
            <a:r>
              <a:rPr sz="1235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rPr>
              <a:t>τ</a:t>
            </a:r>
          </a:p>
        </p:txBody>
      </p:sp>
      <p:sp>
        <p:nvSpPr>
          <p:cNvPr id="1627" name="B-G-definition-2-sup">
            <a:extLst xmlns:a="http://schemas.openxmlformats.org/drawingml/2006/main">
              <a:ext uri="{FF2B5EF4-FFF2-40B4-BE49-F238E27FC236}">
                <a16:creationId xmlns:a16="http://schemas.microsoft.com/office/drawing/2014/main" id="{9C0837A4-C6F9-4D42-84AB-C85493D4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6209" y="7384733"/>
            <a:ext cx="113157" cy="172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5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defRPr>
            </a:pPr>
            <a:r>
              <a:rPr sz="1235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rPr>
              <a:t>T</a:t>
            </a:r>
          </a:p>
        </p:txBody>
      </p:sp>
      <p:sp>
        <p:nvSpPr>
          <p:cNvPr id="1628" name="B-G-definition-3-base">
            <a:extLst xmlns:a="http://schemas.openxmlformats.org/drawingml/2006/main">
              <a:ext uri="{FF2B5EF4-FFF2-40B4-BE49-F238E27FC236}">
                <a16:creationId xmlns:a16="http://schemas.microsoft.com/office/drawing/2014/main" id="{8CD67D41-7763-4A71-86A0-281477BA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8891" y="7410450"/>
            <a:ext cx="149161" cy="313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7A629A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7A629A"/>
                </a:solidFill>
                <a:latin typeface="Cambria Math"/>
                <a:ea typeface="Cambria Math"/>
                <a:cs typeface="Cambria Math"/>
              </a:rPr>
              <a:t>S</a:t>
            </a:r>
          </a:p>
        </p:txBody>
      </p:sp>
      <p:sp>
        <p:nvSpPr>
          <p:cNvPr id="1629" name="B-G-definition-3-sub">
            <a:extLst xmlns:a="http://schemas.openxmlformats.org/drawingml/2006/main">
              <a:ext uri="{FF2B5EF4-FFF2-40B4-BE49-F238E27FC236}">
                <a16:creationId xmlns:a16="http://schemas.microsoft.com/office/drawing/2014/main" id="{3732510E-4EA4-4242-AF16-8A05AD67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8528" y="7590473"/>
            <a:ext cx="113157" cy="167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5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defRPr>
            </a:pPr>
            <a:r>
              <a:rPr sz="1235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rPr>
              <a:t>𝒜</a:t>
            </a:r>
          </a:p>
        </p:txBody>
      </p:sp>
      <p:sp>
        <p:nvSpPr>
          <p:cNvPr id="1630" name="B-G-definition-3-sup">
            <a:extLst xmlns:a="http://schemas.openxmlformats.org/drawingml/2006/main">
              <a:ext uri="{FF2B5EF4-FFF2-40B4-BE49-F238E27FC236}">
                <a16:creationId xmlns:a16="http://schemas.microsoft.com/office/drawing/2014/main" id="{FDB0428E-3E0D-4EFD-B5F9-E537A6E1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8528" y="7384733"/>
            <a:ext cx="113157" cy="172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5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defRPr>
            </a:pPr>
            <a:r>
              <a:rPr sz="1235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rPr>
              <a:t>T</a:t>
            </a:r>
          </a:p>
        </p:txBody>
      </p:sp>
      <p:cxnSp>
        <p:nvCxnSpPr>
          <p:cNvPr id="3344" name=""/>
          <p:cNvCxnSpPr>
            <a:stCxn xmlns:a="http://schemas.openxmlformats.org/drawingml/2006/main" id="1608" idx="2"/>
            <a:endCxn xmlns:a="http://schemas.openxmlformats.org/drawingml/2006/main" id="1620" idx="0"/>
          </p:cNvCxnSpPr>
          <p:nvPr/>
        </p:nvCxnSpPr>
        <p:spPr>
          <a:xfrm xmlns:a="http://schemas.openxmlformats.org/drawingml/2006/main">
            <a:off x="14154150" y="6600825"/>
            <a:ext cx="0" cy="4667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A629A"/>
            </a:solidFill>
            <a:prstDash val="solid"/>
            <a:tailEnd type="triangle" w="sm" len="sm"/>
          </a:ln>
        </p:spPr>
      </p:cxnSp>
      <p:sp>
        <p:nvSpPr>
          <p:cNvPr id="1632" name="same-frozen-Graph-RC-plant">
            <a:extLst xmlns:a="http://schemas.openxmlformats.org/drawingml/2006/main">
              <a:ext uri="{FF2B5EF4-FFF2-40B4-BE49-F238E27FC236}">
                <a16:creationId xmlns:a16="http://schemas.microsoft.com/office/drawing/2014/main" id="{06B5CAA3-D34A-4727-96AA-98326694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8305800"/>
            <a:ext cx="3771900" cy="714375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F3EEF8"/>
          </a:solidFill>
          <a:ln xmlns:a="http://schemas.openxmlformats.org/drawingml/2006/main" w="16193">
            <a:solidFill>
              <a:srgbClr val="7A629A"/>
            </a:solidFill>
            <a:prstDash val="solid"/>
          </a:ln>
        </p:spPr>
      </p:sp>
      <p:sp>
        <p:nvSpPr>
          <p:cNvPr id="1633" name="plant-heading">
            <a:extLst xmlns:a="http://schemas.openxmlformats.org/drawingml/2006/main">
              <a:ext uri="{FF2B5EF4-FFF2-40B4-BE49-F238E27FC236}">
                <a16:creationId xmlns:a16="http://schemas.microsoft.com/office/drawing/2014/main" id="{E04FA99C-591E-48C0-9D31-C4FC994F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8353425"/>
            <a:ext cx="3619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Frozen Graph–RC plant</a:t>
            </a:r>
          </a:p>
        </p:txBody>
      </p:sp>
      <p:sp>
        <p:nvSpPr>
          <p:cNvPr id="1634" name="model-virtual-input-0-base">
            <a:extLst xmlns:a="http://schemas.openxmlformats.org/drawingml/2006/main">
              <a:ext uri="{FF2B5EF4-FFF2-40B4-BE49-F238E27FC236}">
                <a16:creationId xmlns:a16="http://schemas.microsoft.com/office/drawing/2014/main" id="{C2D0E2A3-0409-463F-AB84-15B88AEC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0755" y="8601075"/>
            <a:ext cx="154686" cy="3253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rPr>
              <a:t>α</a:t>
            </a:r>
          </a:p>
        </p:txBody>
      </p:sp>
      <p:sp>
        <p:nvSpPr>
          <p:cNvPr id="1635" name="model-virtual-input-0-sub">
            <a:extLst xmlns:a="http://schemas.openxmlformats.org/drawingml/2006/main">
              <a:ext uri="{FF2B5EF4-FFF2-40B4-BE49-F238E27FC236}">
                <a16:creationId xmlns:a16="http://schemas.microsoft.com/office/drawing/2014/main" id="{9F92335D-4BA3-4BC4-8C94-4E860740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5916" y="8787765"/>
            <a:ext cx="117348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81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defRPr>
            </a:pPr>
            <a:r>
              <a:rPr sz="1281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rPr>
              <a:t>u</a:t>
            </a:r>
          </a:p>
        </p:txBody>
      </p:sp>
      <p:sp>
        <p:nvSpPr>
          <p:cNvPr id="1636" name="model-virtual-input-1-base">
            <a:extLst xmlns:a="http://schemas.openxmlformats.org/drawingml/2006/main">
              <a:ext uri="{FF2B5EF4-FFF2-40B4-BE49-F238E27FC236}">
                <a16:creationId xmlns:a16="http://schemas.microsoft.com/office/drawing/2014/main" id="{04D66F79-25D7-41F3-B0A9-6E4E8055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2789" y="8601075"/>
            <a:ext cx="154686" cy="3253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A629A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1" i="0">
                <a:solidFill>
                  <a:srgbClr val="7A629A"/>
                </a:solidFill>
                <a:latin typeface="Cambria Math"/>
                <a:ea typeface="Cambria Math"/>
                <a:cs typeface="Cambria Math"/>
              </a:rPr>
              <a:t>B</a:t>
            </a:r>
          </a:p>
        </p:txBody>
      </p:sp>
      <p:sp>
        <p:nvSpPr>
          <p:cNvPr id="1637" name="model-virtual-input-1-sub">
            <a:extLst xmlns:a="http://schemas.openxmlformats.org/drawingml/2006/main">
              <a:ext uri="{FF2B5EF4-FFF2-40B4-BE49-F238E27FC236}">
                <a16:creationId xmlns:a16="http://schemas.microsoft.com/office/drawing/2014/main" id="{0DBFFF23-044C-4DF3-BAAB-3F634A98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8787765"/>
            <a:ext cx="117348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81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defRPr>
            </a:pPr>
            <a:r>
              <a:rPr sz="1281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rPr>
              <a:t>G</a:t>
            </a:r>
          </a:p>
        </p:txBody>
      </p:sp>
      <p:sp>
        <p:nvSpPr>
          <p:cNvPr id="1638" name="model-virtual-input-2-base">
            <a:extLst xmlns:a="http://schemas.openxmlformats.org/drawingml/2006/main">
              <a:ext uri="{FF2B5EF4-FFF2-40B4-BE49-F238E27FC236}">
                <a16:creationId xmlns:a16="http://schemas.microsoft.com/office/drawing/2014/main" id="{389D038F-7F0E-4494-9697-2D952954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4823" y="8601075"/>
            <a:ext cx="154686" cy="3253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A629A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1" i="0">
                <a:solidFill>
                  <a:srgbClr val="7A629A"/>
                </a:solidFill>
                <a:latin typeface="Cambria Math"/>
                <a:ea typeface="Cambria Math"/>
                <a:cs typeface="Cambria Math"/>
              </a:rPr>
              <a:t>u</a:t>
            </a:r>
          </a:p>
        </p:txBody>
      </p:sp>
      <p:sp>
        <p:nvSpPr>
          <p:cNvPr id="1639" name="model-virtual-input-2-sub">
            <a:extLst xmlns:a="http://schemas.openxmlformats.org/drawingml/2006/main">
              <a:ext uri="{FF2B5EF4-FFF2-40B4-BE49-F238E27FC236}">
                <a16:creationId xmlns:a16="http://schemas.microsoft.com/office/drawing/2014/main" id="{55446585-7902-4CDE-B425-F13F1C27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9984" y="8787765"/>
            <a:ext cx="288036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81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defRPr>
            </a:pPr>
            <a:r>
              <a:rPr sz="1281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rPr>
              <a:t>k</a:t>
            </a:r>
          </a:p>
        </p:txBody>
      </p:sp>
      <p:sp>
        <p:nvSpPr>
          <p:cNvPr id="1640" name="model-virtual-input-2-sup">
            <a:extLst xmlns:a="http://schemas.openxmlformats.org/drawingml/2006/main">
              <a:ext uri="{FF2B5EF4-FFF2-40B4-BE49-F238E27FC236}">
                <a16:creationId xmlns:a16="http://schemas.microsoft.com/office/drawing/2014/main" id="{A264233B-2233-4714-8E83-D476B84B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9984" y="8574405"/>
            <a:ext cx="288036" cy="178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81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defRPr>
            </a:pPr>
            <a:r>
              <a:rPr sz="1281" b="0" i="0">
                <a:solidFill>
                  <a:srgbClr val="7A629A"/>
                </a:solidFill>
                <a:latin typeface="Cambria Math"/>
                <a:ea typeface="Cambria Math"/>
                <a:cs typeface="Cambria Math"/>
              </a:rPr>
              <a:t>(m)</a:t>
            </a:r>
          </a:p>
        </p:txBody>
      </p:sp>
      <p:cxnSp>
        <p:nvCxnSpPr>
          <p:cNvPr id="3354" name=""/>
          <p:cNvCxnSpPr>
            <a:stCxn xmlns:a="http://schemas.openxmlformats.org/drawingml/2006/main" id="1620" idx="2"/>
            <a:endCxn xmlns:a="http://schemas.openxmlformats.org/drawingml/2006/main" id="1632" idx="0"/>
          </p:cNvCxnSpPr>
          <p:nvPr/>
        </p:nvCxnSpPr>
        <p:spPr>
          <a:xfrm xmlns:a="http://schemas.openxmlformats.org/drawingml/2006/main">
            <a:off x="14154150" y="7810500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A629A"/>
            </a:solidFill>
            <a:prstDash val="solid"/>
            <a:tailEnd type="triangle" w="sm" len="sm"/>
          </a:ln>
        </p:spPr>
      </p:cxnSp>
      <p:sp>
        <p:nvSpPr>
          <p:cNvPr id="1642" name="same-recurrence-to-plant-0-26">
            <a:extLst xmlns:a="http://schemas.openxmlformats.org/drawingml/2006/main">
              <a:ext uri="{FF2B5EF4-FFF2-40B4-BE49-F238E27FC236}">
                <a16:creationId xmlns:a16="http://schemas.microsoft.com/office/drawing/2014/main" id="{4C6EFE38-37B3-4120-A5FC-9606C2E3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3721" y="8199596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43" name="same-recurrence-to-plant-1-27">
            <a:extLst xmlns:a="http://schemas.openxmlformats.org/drawingml/2006/main">
              <a:ext uri="{FF2B5EF4-FFF2-40B4-BE49-F238E27FC236}">
                <a16:creationId xmlns:a16="http://schemas.microsoft.com/office/drawing/2014/main" id="{9F32AA5D-8585-4B73-801D-34A2C40F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221" y="8199596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44" name="same-recurrence-to-plant-2-28">
            <a:extLst xmlns:a="http://schemas.openxmlformats.org/drawingml/2006/main">
              <a:ext uri="{FF2B5EF4-FFF2-40B4-BE49-F238E27FC236}">
                <a16:creationId xmlns:a16="http://schemas.microsoft.com/office/drawing/2014/main" id="{B79541FA-9DB5-4D3C-9689-03F7D92C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221" y="8666321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45" name="same-recurrence-to-plant-3-29">
            <a:extLst xmlns:a="http://schemas.openxmlformats.org/drawingml/2006/main">
              <a:ext uri="{FF2B5EF4-FFF2-40B4-BE49-F238E27FC236}">
                <a16:creationId xmlns:a16="http://schemas.microsoft.com/office/drawing/2014/main" id="{B9B4FFCE-2CB6-40E0-AD6B-C983B77D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9621" y="8666321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359" name=""/>
          <p:cNvCxnSpPr>
            <a:stCxn xmlns:a="http://schemas.openxmlformats.org/drawingml/2006/main" id="1642" idx="6"/>
            <a:endCxn xmlns:a="http://schemas.openxmlformats.org/drawingml/2006/main" id="1643" idx="2"/>
          </p:cNvCxnSpPr>
          <p:nvPr/>
        </p:nvCxnSpPr>
        <p:spPr>
          <a:xfrm xmlns:a="http://schemas.openxmlformats.org/drawingml/2006/main">
            <a:off x="10726579" y="8201025"/>
            <a:ext cx="56864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5944C"/>
            </a:solidFill>
            <a:prstDash val="solid"/>
          </a:ln>
        </p:spPr>
      </p:cxnSp>
      <p:cxnSp>
        <p:nvCxnSpPr>
          <p:cNvPr id="3360" name=""/>
          <p:cNvCxnSpPr>
            <a:stCxn xmlns:a="http://schemas.openxmlformats.org/drawingml/2006/main" id="1643" idx="4"/>
            <a:endCxn xmlns:a="http://schemas.openxmlformats.org/drawingml/2006/main" id="1644" idx="0"/>
          </p:cNvCxnSpPr>
          <p:nvPr/>
        </p:nvCxnSpPr>
        <p:spPr>
          <a:xfrm xmlns:a="http://schemas.openxmlformats.org/drawingml/2006/main">
            <a:off x="11296650" y="8202454"/>
            <a:ext cx="0" cy="4638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5944C"/>
            </a:solidFill>
            <a:prstDash val="solid"/>
          </a:ln>
        </p:spPr>
      </p:cxnSp>
      <p:cxnSp>
        <p:nvCxnSpPr>
          <p:cNvPr id="3361" name=""/>
          <p:cNvCxnSpPr>
            <a:stCxn xmlns:a="http://schemas.openxmlformats.org/drawingml/2006/main" id="1644" idx="6"/>
            <a:endCxn xmlns:a="http://schemas.openxmlformats.org/drawingml/2006/main" id="1645" idx="2"/>
          </p:cNvCxnSpPr>
          <p:nvPr/>
        </p:nvCxnSpPr>
        <p:spPr>
          <a:xfrm xmlns:a="http://schemas.openxmlformats.org/drawingml/2006/main">
            <a:off x="11298079" y="8667750"/>
            <a:ext cx="91154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5944C"/>
            </a:solidFill>
            <a:prstDash val="solid"/>
            <a:tailEnd type="triangle" w="sm" len="sm"/>
          </a:ln>
        </p:spPr>
      </p:cxnSp>
      <p:sp>
        <p:nvSpPr>
          <p:cNvPr id="1649" name="A-II-to-input-mapping-0-30">
            <a:extLst xmlns:a="http://schemas.openxmlformats.org/drawingml/2006/main">
              <a:ext uri="{FF2B5EF4-FFF2-40B4-BE49-F238E27FC236}">
                <a16:creationId xmlns:a16="http://schemas.microsoft.com/office/drawing/2014/main" id="{AC8FAD05-6944-4452-A420-6FDD1F21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3721" y="2589371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50" name="A-II-to-input-mapping-1-31">
            <a:extLst xmlns:a="http://schemas.openxmlformats.org/drawingml/2006/main">
              <a:ext uri="{FF2B5EF4-FFF2-40B4-BE49-F238E27FC236}">
                <a16:creationId xmlns:a16="http://schemas.microsoft.com/office/drawing/2014/main" id="{BBD91FA1-7D19-4BF7-8585-844AA319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1871" y="2589371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51" name="A-II-to-input-mapping-2-32">
            <a:extLst xmlns:a="http://schemas.openxmlformats.org/drawingml/2006/main">
              <a:ext uri="{FF2B5EF4-FFF2-40B4-BE49-F238E27FC236}">
                <a16:creationId xmlns:a16="http://schemas.microsoft.com/office/drawing/2014/main" id="{406C9918-F313-4A55-9ECC-D7B81CBE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1871" y="7294721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52" name="A-II-to-input-mapping-3-33">
            <a:extLst xmlns:a="http://schemas.openxmlformats.org/drawingml/2006/main">
              <a:ext uri="{FF2B5EF4-FFF2-40B4-BE49-F238E27FC236}">
                <a16:creationId xmlns:a16="http://schemas.microsoft.com/office/drawing/2014/main" id="{4E9D2DA1-1A71-4BA1-9F8D-F19AA73B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9621" y="7294721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366" name=""/>
          <p:cNvCxnSpPr>
            <a:stCxn xmlns:a="http://schemas.openxmlformats.org/drawingml/2006/main" id="1649" idx="6"/>
            <a:endCxn xmlns:a="http://schemas.openxmlformats.org/drawingml/2006/main" id="1650" idx="2"/>
          </p:cNvCxnSpPr>
          <p:nvPr/>
        </p:nvCxnSpPr>
        <p:spPr>
          <a:xfrm xmlns:a="http://schemas.openxmlformats.org/drawingml/2006/main">
            <a:off x="10726579" y="2590800"/>
            <a:ext cx="43529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5944C"/>
            </a:solidFill>
            <a:prstDash val="solid"/>
          </a:ln>
        </p:spPr>
      </p:cxnSp>
      <p:cxnSp>
        <p:nvCxnSpPr>
          <p:cNvPr id="3367" name=""/>
          <p:cNvCxnSpPr>
            <a:stCxn xmlns:a="http://schemas.openxmlformats.org/drawingml/2006/main" id="1650" idx="4"/>
            <a:endCxn xmlns:a="http://schemas.openxmlformats.org/drawingml/2006/main" id="1651" idx="0"/>
          </p:cNvCxnSpPr>
          <p:nvPr/>
        </p:nvCxnSpPr>
        <p:spPr>
          <a:xfrm xmlns:a="http://schemas.openxmlformats.org/drawingml/2006/main">
            <a:off x="11163300" y="2592229"/>
            <a:ext cx="0" cy="47024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5944C"/>
            </a:solidFill>
            <a:prstDash val="solid"/>
          </a:ln>
        </p:spPr>
      </p:cxnSp>
      <p:cxnSp>
        <p:nvCxnSpPr>
          <p:cNvPr id="3368" name=""/>
          <p:cNvCxnSpPr>
            <a:stCxn xmlns:a="http://schemas.openxmlformats.org/drawingml/2006/main" id="1651" idx="6"/>
            <a:endCxn xmlns:a="http://schemas.openxmlformats.org/drawingml/2006/main" id="1652" idx="2"/>
          </p:cNvCxnSpPr>
          <p:nvPr/>
        </p:nvCxnSpPr>
        <p:spPr>
          <a:xfrm xmlns:a="http://schemas.openxmlformats.org/drawingml/2006/main">
            <a:off x="11164729" y="7296150"/>
            <a:ext cx="104489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5944C"/>
            </a:solidFill>
            <a:prstDash val="solid"/>
            <a:tailEnd type="triangle" w="sm" len="sm"/>
          </a:ln>
        </p:spPr>
      </p:cxnSp>
      <p:sp>
        <p:nvSpPr>
          <p:cNvPr id="1656" name="S-A-to-input-mapping-0-34">
            <a:extLst xmlns:a="http://schemas.openxmlformats.org/drawingml/2006/main">
              <a:ext uri="{FF2B5EF4-FFF2-40B4-BE49-F238E27FC236}">
                <a16:creationId xmlns:a16="http://schemas.microsoft.com/office/drawing/2014/main" id="{177640CE-C092-4F7E-B25D-315E8326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9421" y="11800046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57" name="S-A-to-input-mapping-1-35">
            <a:extLst xmlns:a="http://schemas.openxmlformats.org/drawingml/2006/main">
              <a:ext uri="{FF2B5EF4-FFF2-40B4-BE49-F238E27FC236}">
                <a16:creationId xmlns:a16="http://schemas.microsoft.com/office/drawing/2014/main" id="{9E6E932E-3918-4617-9EFA-0A285E5A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9421" y="12514421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58" name="S-A-to-input-mapping-2-36">
            <a:extLst xmlns:a="http://schemas.openxmlformats.org/drawingml/2006/main">
              <a:ext uri="{FF2B5EF4-FFF2-40B4-BE49-F238E27FC236}">
                <a16:creationId xmlns:a16="http://schemas.microsoft.com/office/drawing/2014/main" id="{A33A481D-004F-4668-9388-43A1A8FC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8571" y="12514421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59" name="S-A-to-input-mapping-3-37">
            <a:extLst xmlns:a="http://schemas.openxmlformats.org/drawingml/2006/main">
              <a:ext uri="{FF2B5EF4-FFF2-40B4-BE49-F238E27FC236}">
                <a16:creationId xmlns:a16="http://schemas.microsoft.com/office/drawing/2014/main" id="{455B11D5-3EC1-4C26-9EFC-55403630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8571" y="7637621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60" name="S-A-to-input-mapping-4-38">
            <a:extLst xmlns:a="http://schemas.openxmlformats.org/drawingml/2006/main">
              <a:ext uri="{FF2B5EF4-FFF2-40B4-BE49-F238E27FC236}">
                <a16:creationId xmlns:a16="http://schemas.microsoft.com/office/drawing/2014/main" id="{15D90A33-009C-4B26-AEBB-9003C2BC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9621" y="7637621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374" name=""/>
          <p:cNvCxnSpPr>
            <a:stCxn xmlns:a="http://schemas.openxmlformats.org/drawingml/2006/main" id="1656" idx="4"/>
            <a:endCxn xmlns:a="http://schemas.openxmlformats.org/drawingml/2006/main" id="1657" idx="0"/>
          </p:cNvCxnSpPr>
          <p:nvPr/>
        </p:nvCxnSpPr>
        <p:spPr>
          <a:xfrm xmlns:a="http://schemas.openxmlformats.org/drawingml/2006/main">
            <a:off x="2990850" y="11802904"/>
            <a:ext cx="0" cy="7115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C78B5"/>
            </a:solidFill>
            <a:prstDash val="solid"/>
          </a:ln>
        </p:spPr>
      </p:cxnSp>
      <p:cxnSp>
        <p:nvCxnSpPr>
          <p:cNvPr id="3375" name=""/>
          <p:cNvCxnSpPr>
            <a:stCxn xmlns:a="http://schemas.openxmlformats.org/drawingml/2006/main" id="1657" idx="6"/>
            <a:endCxn xmlns:a="http://schemas.openxmlformats.org/drawingml/2006/main" id="1658" idx="2"/>
          </p:cNvCxnSpPr>
          <p:nvPr/>
        </p:nvCxnSpPr>
        <p:spPr>
          <a:xfrm xmlns:a="http://schemas.openxmlformats.org/drawingml/2006/main">
            <a:off x="2992279" y="12515850"/>
            <a:ext cx="843629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C78B5"/>
            </a:solidFill>
            <a:prstDash val="solid"/>
          </a:ln>
        </p:spPr>
      </p:cxnSp>
      <p:cxnSp>
        <p:nvCxnSpPr>
          <p:cNvPr id="3376" name=""/>
          <p:cNvCxnSpPr>
            <a:stCxn xmlns:a="http://schemas.openxmlformats.org/drawingml/2006/main" id="1658" idx="0"/>
            <a:endCxn xmlns:a="http://schemas.openxmlformats.org/drawingml/2006/main" id="1659" idx="4"/>
          </p:cNvCxnSpPr>
          <p:nvPr/>
        </p:nvCxnSpPr>
        <p:spPr>
          <a:xfrm xmlns:a="http://schemas.openxmlformats.org/drawingml/2006/main" flipV="1">
            <a:off x="11430000" y="7640479"/>
            <a:ext cx="0" cy="487394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C78B5"/>
            </a:solidFill>
            <a:prstDash val="solid"/>
          </a:ln>
        </p:spPr>
      </p:cxnSp>
      <p:cxnSp>
        <p:nvCxnSpPr>
          <p:cNvPr id="3377" name=""/>
          <p:cNvCxnSpPr>
            <a:stCxn xmlns:a="http://schemas.openxmlformats.org/drawingml/2006/main" id="1659" idx="6"/>
            <a:endCxn xmlns:a="http://schemas.openxmlformats.org/drawingml/2006/main" id="1660" idx="2"/>
          </p:cNvCxnSpPr>
          <p:nvPr/>
        </p:nvCxnSpPr>
        <p:spPr>
          <a:xfrm xmlns:a="http://schemas.openxmlformats.org/drawingml/2006/main">
            <a:off x="11431429" y="7639050"/>
            <a:ext cx="77819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C78B5"/>
            </a:solidFill>
            <a:prstDash val="solid"/>
            <a:tailEnd type="triangle" w="sm" len="sm"/>
          </a:ln>
        </p:spPr>
      </p:cxnSp>
      <p:sp>
        <p:nvSpPr>
          <p:cNvPr id="1665" name="mask-route-label">
            <a:extLst xmlns:a="http://schemas.openxmlformats.org/drawingml/2006/main">
              <a:ext uri="{FF2B5EF4-FFF2-40B4-BE49-F238E27FC236}">
                <a16:creationId xmlns:a16="http://schemas.microsoft.com/office/drawing/2014/main" id="{60BF0E59-F7F3-48B1-9D21-14693760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2287250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4C78B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C78B5"/>
                </a:solidFill>
                <a:latin typeface="Arial"/>
                <a:ea typeface="Arial"/>
                <a:cs typeface="Arial"/>
              </a:rPr>
              <a:t>Selected virtual-input support</a:t>
            </a:r>
          </a:p>
        </p:txBody>
      </p:sp>
      <p:sp>
        <p:nvSpPr>
          <p:cNvPr id="1666" name="mask-model-independent-crossover">
            <a:extLst xmlns:a="http://schemas.openxmlformats.org/drawingml/2006/main">
              <a:ext uri="{FF2B5EF4-FFF2-40B4-BE49-F238E27FC236}">
                <a16:creationId xmlns:a16="http://schemas.microsoft.com/office/drawing/2014/main" id="{46AF2A03-0856-47BA-9D01-52F802A5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860107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7" name="mask-model-independent-crossover-through">
            <a:extLst xmlns:a="http://schemas.openxmlformats.org/drawingml/2006/main">
              <a:ext uri="{FF2B5EF4-FFF2-40B4-BE49-F238E27FC236}">
                <a16:creationId xmlns:a16="http://schemas.microsoft.com/office/drawing/2014/main" id="{0935C237-6525-4D67-8353-C7F6CC53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8601075"/>
            <a:ext cx="1905" cy="133350"/>
          </a:xfrm>
          <a:custGeom xmlns:a="http://schemas.openxmlformats.org/drawingml/2006/main">
            <a:pathLst>
              <a:path w="190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C78B5"/>
            </a:solidFill>
            <a:prstDash val="solid"/>
          </a:ln>
        </p:spPr>
      </p:sp>
      <p:sp>
        <p:nvSpPr>
          <p:cNvPr id="1668" name="predicted-state-law-feedback-0-39">
            <a:extLst xmlns:a="http://schemas.openxmlformats.org/drawingml/2006/main">
              <a:ext uri="{FF2B5EF4-FFF2-40B4-BE49-F238E27FC236}">
                <a16:creationId xmlns:a16="http://schemas.microsoft.com/office/drawing/2014/main" id="{54023AA8-3786-4056-99D5-923437DD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5821" y="8637746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69" name="predicted-state-law-feedback-1-40">
            <a:extLst xmlns:a="http://schemas.openxmlformats.org/drawingml/2006/main">
              <a:ext uri="{FF2B5EF4-FFF2-40B4-BE49-F238E27FC236}">
                <a16:creationId xmlns:a16="http://schemas.microsoft.com/office/drawing/2014/main" id="{DB260708-A5CD-4D64-AEB3-96C1E4E1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0146" y="8637746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70" name="predicted-state-law-feedback-2-41">
            <a:extLst xmlns:a="http://schemas.openxmlformats.org/drawingml/2006/main">
              <a:ext uri="{FF2B5EF4-FFF2-40B4-BE49-F238E27FC236}">
                <a16:creationId xmlns:a16="http://schemas.microsoft.com/office/drawing/2014/main" id="{01346DA1-3634-497E-A632-3A6F8FFF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0146" y="3379946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71" name="predicted-state-law-feedback-3-42">
            <a:extLst xmlns:a="http://schemas.openxmlformats.org/drawingml/2006/main">
              <a:ext uri="{FF2B5EF4-FFF2-40B4-BE49-F238E27FC236}">
                <a16:creationId xmlns:a16="http://schemas.microsoft.com/office/drawing/2014/main" id="{4781F6E2-DD59-4F2A-AC4E-E42CEE7E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7021" y="3379946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385" name=""/>
          <p:cNvCxnSpPr>
            <a:stCxn xmlns:a="http://schemas.openxmlformats.org/drawingml/2006/main" id="1668" idx="6"/>
            <a:endCxn xmlns:a="http://schemas.openxmlformats.org/drawingml/2006/main" id="1669" idx="2"/>
          </p:cNvCxnSpPr>
          <p:nvPr/>
        </p:nvCxnSpPr>
        <p:spPr>
          <a:xfrm xmlns:a="http://schemas.openxmlformats.org/drawingml/2006/main">
            <a:off x="16098679" y="8639175"/>
            <a:ext cx="31146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A629A"/>
            </a:solidFill>
            <a:prstDash val="solid"/>
          </a:ln>
        </p:spPr>
      </p:cxnSp>
      <p:cxnSp>
        <p:nvCxnSpPr>
          <p:cNvPr id="3386" name=""/>
          <p:cNvCxnSpPr>
            <a:stCxn xmlns:a="http://schemas.openxmlformats.org/drawingml/2006/main" id="1669" idx="0"/>
            <a:endCxn xmlns:a="http://schemas.openxmlformats.org/drawingml/2006/main" id="1670" idx="4"/>
          </p:cNvCxnSpPr>
          <p:nvPr/>
        </p:nvCxnSpPr>
        <p:spPr>
          <a:xfrm xmlns:a="http://schemas.openxmlformats.org/drawingml/2006/main" flipV="1">
            <a:off x="16411575" y="3382804"/>
            <a:ext cx="0" cy="525494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A629A"/>
            </a:solidFill>
            <a:prstDash val="solid"/>
          </a:ln>
        </p:spPr>
      </p:cxnSp>
      <p:cxnSp>
        <p:nvCxnSpPr>
          <p:cNvPr id="3387" name=""/>
          <p:cNvCxnSpPr>
            <a:stCxn xmlns:a="http://schemas.openxmlformats.org/drawingml/2006/main" id="1670" idx="2"/>
            <a:endCxn xmlns:a="http://schemas.openxmlformats.org/drawingml/2006/main" id="1671" idx="6"/>
          </p:cNvCxnSpPr>
          <p:nvPr/>
        </p:nvCxnSpPr>
        <p:spPr>
          <a:xfrm xmlns:a="http://schemas.openxmlformats.org/drawingml/2006/main" flipH="1">
            <a:off x="14269879" y="3381375"/>
            <a:ext cx="214026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A629A"/>
            </a:solidFill>
            <a:prstDash val="solid"/>
            <a:tailEnd type="triangle" w="sm" len="sm"/>
          </a:ln>
        </p:spPr>
      </p:cxnSp>
      <p:sp>
        <p:nvSpPr>
          <p:cNvPr id="1675" name="predicted-feedback-label">
            <a:extLst xmlns:a="http://schemas.openxmlformats.org/drawingml/2006/main">
              <a:ext uri="{FF2B5EF4-FFF2-40B4-BE49-F238E27FC236}">
                <a16:creationId xmlns:a16="http://schemas.microsoft.com/office/drawing/2014/main" id="{463684D4-FE8B-4A4F-907B-90904CEA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30765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7A629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A629A"/>
                </a:solidFill>
                <a:latin typeface="Arial"/>
                <a:ea typeface="Arial"/>
                <a:cs typeface="Arial"/>
              </a:rPr>
              <a:t>Predicted state / law</a:t>
            </a:r>
          </a:p>
        </p:txBody>
      </p:sp>
      <p:sp>
        <p:nvSpPr>
          <p:cNvPr id="1676" name="curve-key-0">
            <a:extLst xmlns:a="http://schemas.openxmlformats.org/drawingml/2006/main">
              <a:ext uri="{FF2B5EF4-FFF2-40B4-BE49-F238E27FC236}">
                <a16:creationId xmlns:a16="http://schemas.microsoft.com/office/drawing/2014/main" id="{4135ED70-9A5B-4268-9988-941E6EDC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2975" y="9315450"/>
            <a:ext cx="276225" cy="1905"/>
          </a:xfrm>
          <a:custGeom xmlns:a="http://schemas.openxmlformats.org/drawingml/2006/main">
            <a:pathLst>
              <a:path w="276225" h="190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30363B"/>
            </a:solidFill>
            <a:prstDash val="solid"/>
          </a:ln>
        </p:spPr>
      </p:sp>
      <p:sp>
        <p:nvSpPr>
          <p:cNvPr id="1677" name="curve-key-name-0">
            <a:extLst xmlns:a="http://schemas.openxmlformats.org/drawingml/2006/main">
              <a:ext uri="{FF2B5EF4-FFF2-40B4-BE49-F238E27FC236}">
                <a16:creationId xmlns:a16="http://schemas.microsoft.com/office/drawing/2014/main" id="{09B4E0C8-89C6-462E-8BEC-9D9E2AB1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9191625"/>
            <a:ext cx="1495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30363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0363B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1678" name="curve-key-1">
            <a:extLst xmlns:a="http://schemas.openxmlformats.org/drawingml/2006/main">
              <a:ext uri="{FF2B5EF4-FFF2-40B4-BE49-F238E27FC236}">
                <a16:creationId xmlns:a16="http://schemas.microsoft.com/office/drawing/2014/main" id="{A69CEACF-A296-4DEE-9523-181F78A7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7025" y="9315450"/>
            <a:ext cx="276225" cy="1905"/>
          </a:xfrm>
          <a:custGeom xmlns:a="http://schemas.openxmlformats.org/drawingml/2006/main">
            <a:pathLst>
              <a:path w="276225" h="190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9AA3AC"/>
            </a:solidFill>
            <a:prstDash val="dash"/>
          </a:ln>
        </p:spPr>
      </p:sp>
      <p:sp>
        <p:nvSpPr>
          <p:cNvPr id="1679" name="curve-key-name-1">
            <a:extLst xmlns:a="http://schemas.openxmlformats.org/drawingml/2006/main">
              <a:ext uri="{FF2B5EF4-FFF2-40B4-BE49-F238E27FC236}">
                <a16:creationId xmlns:a16="http://schemas.microsoft.com/office/drawing/2014/main" id="{6A45D332-AE0F-4179-9636-4556BC46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9450" y="9191625"/>
            <a:ext cx="1495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9AA3AC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9AA3AC"/>
                </a:solidFill>
                <a:latin typeface="Arial"/>
                <a:ea typeface="Arial"/>
                <a:cs typeface="Arial"/>
              </a:rPr>
              <a:t>Free</a:t>
            </a:r>
          </a:p>
        </p:txBody>
      </p:sp>
      <p:sp>
        <p:nvSpPr>
          <p:cNvPr id="1680" name="curve-key-2">
            <a:extLst xmlns:a="http://schemas.openxmlformats.org/drawingml/2006/main">
              <a:ext uri="{FF2B5EF4-FFF2-40B4-BE49-F238E27FC236}">
                <a16:creationId xmlns:a16="http://schemas.microsoft.com/office/drawing/2014/main" id="{66F0B1F4-B585-49C7-9B17-D4700B19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2975" y="9601200"/>
            <a:ext cx="276225" cy="1905"/>
          </a:xfrm>
          <a:custGeom xmlns:a="http://schemas.openxmlformats.org/drawingml/2006/main">
            <a:pathLst>
              <a:path w="276225" h="190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3C8D62"/>
            </a:solidFill>
            <a:prstDash val="dashDot"/>
          </a:ln>
        </p:spPr>
      </p:sp>
      <p:sp>
        <p:nvSpPr>
          <p:cNvPr id="1681" name="curve-key-name-2">
            <a:extLst xmlns:a="http://schemas.openxmlformats.org/drawingml/2006/main">
              <a:ext uri="{FF2B5EF4-FFF2-40B4-BE49-F238E27FC236}">
                <a16:creationId xmlns:a16="http://schemas.microsoft.com/office/drawing/2014/main" id="{B1C9ED94-6526-43D8-8F56-BE7544C7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9477375"/>
            <a:ext cx="1495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3C8D62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C8D62"/>
                </a:solidFill>
                <a:latin typeface="Arial"/>
                <a:ea typeface="Arial"/>
                <a:cs typeface="Arial"/>
              </a:rPr>
              <a:t>Reference</a:t>
            </a:r>
          </a:p>
        </p:txBody>
      </p:sp>
      <p:sp>
        <p:nvSpPr>
          <p:cNvPr id="1682" name="curve-key-3">
            <a:extLst xmlns:a="http://schemas.openxmlformats.org/drawingml/2006/main">
              <a:ext uri="{FF2B5EF4-FFF2-40B4-BE49-F238E27FC236}">
                <a16:creationId xmlns:a16="http://schemas.microsoft.com/office/drawing/2014/main" id="{1E834CFB-BAD9-435E-A763-32EE8095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7025" y="9601200"/>
            <a:ext cx="276225" cy="1905"/>
          </a:xfrm>
          <a:custGeom xmlns:a="http://schemas.openxmlformats.org/drawingml/2006/main">
            <a:pathLst>
              <a:path w="276225" h="190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2166AC"/>
            </a:solidFill>
            <a:prstDash val="solid"/>
          </a:ln>
        </p:spPr>
      </p:sp>
      <p:sp>
        <p:nvSpPr>
          <p:cNvPr id="1683" name="curve-key-name-3">
            <a:extLst xmlns:a="http://schemas.openxmlformats.org/drawingml/2006/main">
              <a:ext uri="{FF2B5EF4-FFF2-40B4-BE49-F238E27FC236}">
                <a16:creationId xmlns:a16="http://schemas.microsoft.com/office/drawing/2014/main" id="{A51F6EDA-4AFC-4AF8-92BC-3002EAF7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9450" y="9477375"/>
            <a:ext cx="1495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166AC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166AC"/>
                </a:solidFill>
                <a:latin typeface="Arial"/>
                <a:ea typeface="Arial"/>
                <a:cs typeface="Arial"/>
              </a:rPr>
              <a:t>Controlled</a:t>
            </a:r>
          </a:p>
        </p:txBody>
      </p:sp>
      <p:sp>
        <p:nvSpPr>
          <p:cNvPr id="1684" name="density-Recorded">
            <a:extLst xmlns:a="http://schemas.openxmlformats.org/drawingml/2006/main">
              <a:ext uri="{FF2B5EF4-FFF2-40B4-BE49-F238E27FC236}">
                <a16:creationId xmlns:a16="http://schemas.microsoft.com/office/drawing/2014/main" id="{613CADD8-280A-4362-9969-E3EADFD2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915525"/>
            <a:ext cx="3924300" cy="1450827"/>
          </a:xfrm>
          <a:custGeom xmlns:a="http://schemas.openxmlformats.org/drawingml/2006/main">
            <a:pathLst>
              <a:path w="3924300" h="1450827">
                <a:moveTo>
                  <a:pt x="0" y="1384874"/>
                </a:moveTo>
                <a:lnTo>
                  <a:pt x="13125" y="1384873"/>
                </a:lnTo>
                <a:lnTo>
                  <a:pt x="26249" y="1384870"/>
                </a:lnTo>
                <a:lnTo>
                  <a:pt x="39374" y="1384867"/>
                </a:lnTo>
                <a:lnTo>
                  <a:pt x="52499" y="1384863"/>
                </a:lnTo>
                <a:lnTo>
                  <a:pt x="65624" y="1384858"/>
                </a:lnTo>
                <a:lnTo>
                  <a:pt x="78748" y="1384852"/>
                </a:lnTo>
                <a:lnTo>
                  <a:pt x="91873" y="1384844"/>
                </a:lnTo>
                <a:lnTo>
                  <a:pt x="104998" y="1384833"/>
                </a:lnTo>
                <a:lnTo>
                  <a:pt x="118123" y="1384820"/>
                </a:lnTo>
                <a:lnTo>
                  <a:pt x="131247" y="1384804"/>
                </a:lnTo>
                <a:lnTo>
                  <a:pt x="144372" y="1384783"/>
                </a:lnTo>
                <a:lnTo>
                  <a:pt x="157497" y="1384757"/>
                </a:lnTo>
                <a:lnTo>
                  <a:pt x="170622" y="1384725"/>
                </a:lnTo>
                <a:lnTo>
                  <a:pt x="183746" y="1384686"/>
                </a:lnTo>
                <a:lnTo>
                  <a:pt x="196871" y="1384638"/>
                </a:lnTo>
                <a:lnTo>
                  <a:pt x="209996" y="1384579"/>
                </a:lnTo>
                <a:lnTo>
                  <a:pt x="223121" y="1384508"/>
                </a:lnTo>
                <a:lnTo>
                  <a:pt x="236245" y="1384421"/>
                </a:lnTo>
                <a:lnTo>
                  <a:pt x="249370" y="1384317"/>
                </a:lnTo>
                <a:lnTo>
                  <a:pt x="262495" y="1384192"/>
                </a:lnTo>
                <a:lnTo>
                  <a:pt x="275620" y="1384042"/>
                </a:lnTo>
                <a:lnTo>
                  <a:pt x="288744" y="1383864"/>
                </a:lnTo>
                <a:lnTo>
                  <a:pt x="301869" y="1383654"/>
                </a:lnTo>
                <a:lnTo>
                  <a:pt x="314994" y="1383406"/>
                </a:lnTo>
                <a:lnTo>
                  <a:pt x="328119" y="1383114"/>
                </a:lnTo>
                <a:lnTo>
                  <a:pt x="341243" y="1382774"/>
                </a:lnTo>
                <a:lnTo>
                  <a:pt x="354368" y="1382379"/>
                </a:lnTo>
                <a:lnTo>
                  <a:pt x="367493" y="1381922"/>
                </a:lnTo>
                <a:lnTo>
                  <a:pt x="380618" y="1381395"/>
                </a:lnTo>
                <a:lnTo>
                  <a:pt x="393742" y="1380791"/>
                </a:lnTo>
                <a:lnTo>
                  <a:pt x="406867" y="1380101"/>
                </a:lnTo>
                <a:lnTo>
                  <a:pt x="419992" y="1379317"/>
                </a:lnTo>
                <a:lnTo>
                  <a:pt x="433117" y="1378431"/>
                </a:lnTo>
                <a:lnTo>
                  <a:pt x="446241" y="1377432"/>
                </a:lnTo>
                <a:lnTo>
                  <a:pt x="459366" y="1376314"/>
                </a:lnTo>
                <a:lnTo>
                  <a:pt x="472491" y="1375065"/>
                </a:lnTo>
                <a:lnTo>
                  <a:pt x="485616" y="1373679"/>
                </a:lnTo>
                <a:lnTo>
                  <a:pt x="498740" y="1372146"/>
                </a:lnTo>
                <a:lnTo>
                  <a:pt x="511865" y="1370459"/>
                </a:lnTo>
                <a:lnTo>
                  <a:pt x="524990" y="1368611"/>
                </a:lnTo>
                <a:lnTo>
                  <a:pt x="538115" y="1366597"/>
                </a:lnTo>
                <a:lnTo>
                  <a:pt x="551239" y="1364410"/>
                </a:lnTo>
                <a:lnTo>
                  <a:pt x="564364" y="1362048"/>
                </a:lnTo>
                <a:lnTo>
                  <a:pt x="577489" y="1359508"/>
                </a:lnTo>
                <a:lnTo>
                  <a:pt x="590614" y="1356788"/>
                </a:lnTo>
                <a:lnTo>
                  <a:pt x="603738" y="1353890"/>
                </a:lnTo>
                <a:lnTo>
                  <a:pt x="616863" y="1350816"/>
                </a:lnTo>
                <a:lnTo>
                  <a:pt x="629988" y="1347570"/>
                </a:lnTo>
                <a:lnTo>
                  <a:pt x="643113" y="1344158"/>
                </a:lnTo>
                <a:lnTo>
                  <a:pt x="656237" y="1340587"/>
                </a:lnTo>
                <a:lnTo>
                  <a:pt x="669362" y="1336867"/>
                </a:lnTo>
                <a:lnTo>
                  <a:pt x="682487" y="1333007"/>
                </a:lnTo>
                <a:lnTo>
                  <a:pt x="695612" y="1329020"/>
                </a:lnTo>
                <a:lnTo>
                  <a:pt x="708736" y="1324920"/>
                </a:lnTo>
                <a:lnTo>
                  <a:pt x="721861" y="1320719"/>
                </a:lnTo>
                <a:lnTo>
                  <a:pt x="734986" y="1316432"/>
                </a:lnTo>
                <a:lnTo>
                  <a:pt x="748111" y="1312075"/>
                </a:lnTo>
                <a:lnTo>
                  <a:pt x="761235" y="1307663"/>
                </a:lnTo>
                <a:lnTo>
                  <a:pt x="774360" y="1303209"/>
                </a:lnTo>
                <a:lnTo>
                  <a:pt x="787485" y="1298728"/>
                </a:lnTo>
                <a:lnTo>
                  <a:pt x="800610" y="1294233"/>
                </a:lnTo>
                <a:lnTo>
                  <a:pt x="813734" y="1289736"/>
                </a:lnTo>
                <a:lnTo>
                  <a:pt x="826859" y="1285247"/>
                </a:lnTo>
                <a:lnTo>
                  <a:pt x="839984" y="1280773"/>
                </a:lnTo>
                <a:lnTo>
                  <a:pt x="853109" y="1276322"/>
                </a:lnTo>
                <a:lnTo>
                  <a:pt x="866233" y="1271897"/>
                </a:lnTo>
                <a:lnTo>
                  <a:pt x="879358" y="1267501"/>
                </a:lnTo>
                <a:lnTo>
                  <a:pt x="892483" y="1263131"/>
                </a:lnTo>
                <a:lnTo>
                  <a:pt x="905608" y="1258786"/>
                </a:lnTo>
                <a:lnTo>
                  <a:pt x="918732" y="1254460"/>
                </a:lnTo>
                <a:lnTo>
                  <a:pt x="931857" y="1250146"/>
                </a:lnTo>
                <a:lnTo>
                  <a:pt x="944982" y="1245835"/>
                </a:lnTo>
                <a:lnTo>
                  <a:pt x="958107" y="1241515"/>
                </a:lnTo>
                <a:lnTo>
                  <a:pt x="971231" y="1237175"/>
                </a:lnTo>
                <a:lnTo>
                  <a:pt x="984356" y="1232801"/>
                </a:lnTo>
                <a:lnTo>
                  <a:pt x="997481" y="1228378"/>
                </a:lnTo>
                <a:lnTo>
                  <a:pt x="1010606" y="1223894"/>
                </a:lnTo>
                <a:lnTo>
                  <a:pt x="1023730" y="1219333"/>
                </a:lnTo>
                <a:lnTo>
                  <a:pt x="1036855" y="1214682"/>
                </a:lnTo>
                <a:lnTo>
                  <a:pt x="1049980" y="1209928"/>
                </a:lnTo>
                <a:lnTo>
                  <a:pt x="1063105" y="1205060"/>
                </a:lnTo>
                <a:lnTo>
                  <a:pt x="1076229" y="1200068"/>
                </a:lnTo>
                <a:lnTo>
                  <a:pt x="1089354" y="1194944"/>
                </a:lnTo>
                <a:lnTo>
                  <a:pt x="1102479" y="1189681"/>
                </a:lnTo>
                <a:lnTo>
                  <a:pt x="1115604" y="1184277"/>
                </a:lnTo>
                <a:lnTo>
                  <a:pt x="1128728" y="1178731"/>
                </a:lnTo>
                <a:lnTo>
                  <a:pt x="1141853" y="1173043"/>
                </a:lnTo>
                <a:lnTo>
                  <a:pt x="1154978" y="1167218"/>
                </a:lnTo>
                <a:lnTo>
                  <a:pt x="1168103" y="1161264"/>
                </a:lnTo>
                <a:lnTo>
                  <a:pt x="1181227" y="1155188"/>
                </a:lnTo>
                <a:lnTo>
                  <a:pt x="1194352" y="1149004"/>
                </a:lnTo>
                <a:lnTo>
                  <a:pt x="1207477" y="1142723"/>
                </a:lnTo>
                <a:lnTo>
                  <a:pt x="1220602" y="1136363"/>
                </a:lnTo>
                <a:lnTo>
                  <a:pt x="1233726" y="1129939"/>
                </a:lnTo>
                <a:lnTo>
                  <a:pt x="1246851" y="1123472"/>
                </a:lnTo>
                <a:lnTo>
                  <a:pt x="1259976" y="1116979"/>
                </a:lnTo>
                <a:lnTo>
                  <a:pt x="1273101" y="1110482"/>
                </a:lnTo>
                <a:lnTo>
                  <a:pt x="1286225" y="1104000"/>
                </a:lnTo>
                <a:lnTo>
                  <a:pt x="1299350" y="1097553"/>
                </a:lnTo>
                <a:lnTo>
                  <a:pt x="1312475" y="1091163"/>
                </a:lnTo>
                <a:lnTo>
                  <a:pt x="1325600" y="1084847"/>
                </a:lnTo>
                <a:lnTo>
                  <a:pt x="1338724" y="1078623"/>
                </a:lnTo>
                <a:lnTo>
                  <a:pt x="1351849" y="1072509"/>
                </a:lnTo>
                <a:lnTo>
                  <a:pt x="1364974" y="1066519"/>
                </a:lnTo>
                <a:lnTo>
                  <a:pt x="1378099" y="1060666"/>
                </a:lnTo>
                <a:lnTo>
                  <a:pt x="1391223" y="1054961"/>
                </a:lnTo>
                <a:lnTo>
                  <a:pt x="1404348" y="1049415"/>
                </a:lnTo>
                <a:lnTo>
                  <a:pt x="1417473" y="1044033"/>
                </a:lnTo>
                <a:lnTo>
                  <a:pt x="1430598" y="1038821"/>
                </a:lnTo>
                <a:lnTo>
                  <a:pt x="1443722" y="1033781"/>
                </a:lnTo>
                <a:lnTo>
                  <a:pt x="1456847" y="1028915"/>
                </a:lnTo>
                <a:lnTo>
                  <a:pt x="1469972" y="1024221"/>
                </a:lnTo>
                <a:lnTo>
                  <a:pt x="1483097" y="1019696"/>
                </a:lnTo>
                <a:lnTo>
                  <a:pt x="1496221" y="1015336"/>
                </a:lnTo>
                <a:lnTo>
                  <a:pt x="1509346" y="1011135"/>
                </a:lnTo>
                <a:lnTo>
                  <a:pt x="1522471" y="1007086"/>
                </a:lnTo>
                <a:lnTo>
                  <a:pt x="1535596" y="1003181"/>
                </a:lnTo>
                <a:lnTo>
                  <a:pt x="1548720" y="999411"/>
                </a:lnTo>
                <a:lnTo>
                  <a:pt x="1561845" y="995768"/>
                </a:lnTo>
                <a:lnTo>
                  <a:pt x="1574970" y="992243"/>
                </a:lnTo>
                <a:lnTo>
                  <a:pt x="1588095" y="988828"/>
                </a:lnTo>
                <a:lnTo>
                  <a:pt x="1601219" y="985514"/>
                </a:lnTo>
                <a:lnTo>
                  <a:pt x="1614344" y="982295"/>
                </a:lnTo>
                <a:lnTo>
                  <a:pt x="1627469" y="979165"/>
                </a:lnTo>
                <a:lnTo>
                  <a:pt x="1640594" y="976118"/>
                </a:lnTo>
                <a:lnTo>
                  <a:pt x="1653718" y="973151"/>
                </a:lnTo>
                <a:lnTo>
                  <a:pt x="1666843" y="970263"/>
                </a:lnTo>
                <a:lnTo>
                  <a:pt x="1679968" y="967453"/>
                </a:lnTo>
                <a:lnTo>
                  <a:pt x="1693093" y="964722"/>
                </a:lnTo>
                <a:lnTo>
                  <a:pt x="1706217" y="962073"/>
                </a:lnTo>
                <a:lnTo>
                  <a:pt x="1719342" y="959512"/>
                </a:lnTo>
                <a:lnTo>
                  <a:pt x="1732467" y="957043"/>
                </a:lnTo>
                <a:lnTo>
                  <a:pt x="1745592" y="954675"/>
                </a:lnTo>
                <a:lnTo>
                  <a:pt x="1758716" y="952415"/>
                </a:lnTo>
                <a:lnTo>
                  <a:pt x="1771841" y="950273"/>
                </a:lnTo>
                <a:lnTo>
                  <a:pt x="1784966" y="948259"/>
                </a:lnTo>
                <a:lnTo>
                  <a:pt x="1798091" y="946383"/>
                </a:lnTo>
                <a:lnTo>
                  <a:pt x="1811215" y="944654"/>
                </a:lnTo>
                <a:lnTo>
                  <a:pt x="1824340" y="943082"/>
                </a:lnTo>
                <a:lnTo>
                  <a:pt x="1837465" y="941676"/>
                </a:lnTo>
                <a:lnTo>
                  <a:pt x="1850590" y="940444"/>
                </a:lnTo>
                <a:lnTo>
                  <a:pt x="1863714" y="939391"/>
                </a:lnTo>
                <a:lnTo>
                  <a:pt x="1876839" y="938523"/>
                </a:lnTo>
                <a:lnTo>
                  <a:pt x="1889964" y="937843"/>
                </a:lnTo>
                <a:lnTo>
                  <a:pt x="1903089" y="937351"/>
                </a:lnTo>
                <a:lnTo>
                  <a:pt x="1916213" y="937048"/>
                </a:lnTo>
                <a:lnTo>
                  <a:pt x="1929338" y="936930"/>
                </a:lnTo>
                <a:lnTo>
                  <a:pt x="1942463" y="936995"/>
                </a:lnTo>
                <a:lnTo>
                  <a:pt x="1955588" y="937235"/>
                </a:lnTo>
                <a:lnTo>
                  <a:pt x="1968712" y="937644"/>
                </a:lnTo>
                <a:lnTo>
                  <a:pt x="1981837" y="938215"/>
                </a:lnTo>
                <a:lnTo>
                  <a:pt x="1994962" y="938937"/>
                </a:lnTo>
                <a:lnTo>
                  <a:pt x="2008087" y="939803"/>
                </a:lnTo>
                <a:lnTo>
                  <a:pt x="2021211" y="940803"/>
                </a:lnTo>
                <a:lnTo>
                  <a:pt x="2034336" y="941928"/>
                </a:lnTo>
                <a:lnTo>
                  <a:pt x="2047461" y="943170"/>
                </a:lnTo>
                <a:lnTo>
                  <a:pt x="2060586" y="944522"/>
                </a:lnTo>
                <a:lnTo>
                  <a:pt x="2073710" y="945978"/>
                </a:lnTo>
                <a:lnTo>
                  <a:pt x="2086835" y="947535"/>
                </a:lnTo>
                <a:lnTo>
                  <a:pt x="2099960" y="949188"/>
                </a:lnTo>
                <a:lnTo>
                  <a:pt x="2113085" y="950937"/>
                </a:lnTo>
                <a:lnTo>
                  <a:pt x="2126209" y="952782"/>
                </a:lnTo>
                <a:lnTo>
                  <a:pt x="2139334" y="954725"/>
                </a:lnTo>
                <a:lnTo>
                  <a:pt x="2152459" y="956768"/>
                </a:lnTo>
                <a:lnTo>
                  <a:pt x="2165584" y="958915"/>
                </a:lnTo>
                <a:lnTo>
                  <a:pt x="2178708" y="961172"/>
                </a:lnTo>
                <a:lnTo>
                  <a:pt x="2191833" y="963542"/>
                </a:lnTo>
                <a:lnTo>
                  <a:pt x="2204958" y="966032"/>
                </a:lnTo>
                <a:lnTo>
                  <a:pt x="2218083" y="968646"/>
                </a:lnTo>
                <a:lnTo>
                  <a:pt x="2231207" y="971388"/>
                </a:lnTo>
                <a:lnTo>
                  <a:pt x="2244332" y="974264"/>
                </a:lnTo>
                <a:lnTo>
                  <a:pt x="2257457" y="977276"/>
                </a:lnTo>
                <a:lnTo>
                  <a:pt x="2270582" y="980427"/>
                </a:lnTo>
                <a:lnTo>
                  <a:pt x="2283706" y="983717"/>
                </a:lnTo>
                <a:lnTo>
                  <a:pt x="2296831" y="987146"/>
                </a:lnTo>
                <a:lnTo>
                  <a:pt x="2309956" y="990714"/>
                </a:lnTo>
                <a:lnTo>
                  <a:pt x="2323081" y="994419"/>
                </a:lnTo>
                <a:lnTo>
                  <a:pt x="2336205" y="998259"/>
                </a:lnTo>
                <a:lnTo>
                  <a:pt x="2349330" y="1002230"/>
                </a:lnTo>
                <a:lnTo>
                  <a:pt x="2362455" y="1006330"/>
                </a:lnTo>
                <a:lnTo>
                  <a:pt x="2375580" y="1010555"/>
                </a:lnTo>
                <a:lnTo>
                  <a:pt x="2388704" y="1014902"/>
                </a:lnTo>
                <a:lnTo>
                  <a:pt x="2401829" y="1019369"/>
                </a:lnTo>
                <a:lnTo>
                  <a:pt x="2414954" y="1023954"/>
                </a:lnTo>
                <a:lnTo>
                  <a:pt x="2428079" y="1028655"/>
                </a:lnTo>
                <a:lnTo>
                  <a:pt x="2441203" y="1033472"/>
                </a:lnTo>
                <a:lnTo>
                  <a:pt x="2454328" y="1038406"/>
                </a:lnTo>
                <a:lnTo>
                  <a:pt x="2467453" y="1043457"/>
                </a:lnTo>
                <a:lnTo>
                  <a:pt x="2480578" y="1048627"/>
                </a:lnTo>
                <a:lnTo>
                  <a:pt x="2493702" y="1053919"/>
                </a:lnTo>
                <a:lnTo>
                  <a:pt x="2506827" y="1059334"/>
                </a:lnTo>
                <a:lnTo>
                  <a:pt x="2519952" y="1064876"/>
                </a:lnTo>
                <a:lnTo>
                  <a:pt x="2533077" y="1070547"/>
                </a:lnTo>
                <a:lnTo>
                  <a:pt x="2546201" y="1076348"/>
                </a:lnTo>
                <a:lnTo>
                  <a:pt x="2559326" y="1082281"/>
                </a:lnTo>
                <a:lnTo>
                  <a:pt x="2572451" y="1088345"/>
                </a:lnTo>
                <a:lnTo>
                  <a:pt x="2585576" y="1094540"/>
                </a:lnTo>
                <a:lnTo>
                  <a:pt x="2598700" y="1100861"/>
                </a:lnTo>
                <a:lnTo>
                  <a:pt x="2611825" y="1107305"/>
                </a:lnTo>
                <a:lnTo>
                  <a:pt x="2624950" y="1113865"/>
                </a:lnTo>
                <a:lnTo>
                  <a:pt x="2638075" y="1120533"/>
                </a:lnTo>
                <a:lnTo>
                  <a:pt x="2651199" y="1127298"/>
                </a:lnTo>
                <a:lnTo>
                  <a:pt x="2664324" y="1134147"/>
                </a:lnTo>
                <a:lnTo>
                  <a:pt x="2677449" y="1141067"/>
                </a:lnTo>
                <a:lnTo>
                  <a:pt x="2690574" y="1148043"/>
                </a:lnTo>
                <a:lnTo>
                  <a:pt x="2703698" y="1155056"/>
                </a:lnTo>
                <a:lnTo>
                  <a:pt x="2716823" y="1162088"/>
                </a:lnTo>
                <a:lnTo>
                  <a:pt x="2729948" y="1169120"/>
                </a:lnTo>
                <a:lnTo>
                  <a:pt x="2743073" y="1176132"/>
                </a:lnTo>
                <a:lnTo>
                  <a:pt x="2756197" y="1183103"/>
                </a:lnTo>
                <a:lnTo>
                  <a:pt x="2769322" y="1190012"/>
                </a:lnTo>
                <a:lnTo>
                  <a:pt x="2782447" y="1196838"/>
                </a:lnTo>
                <a:lnTo>
                  <a:pt x="2795572" y="1203561"/>
                </a:lnTo>
                <a:lnTo>
                  <a:pt x="2808696" y="1210162"/>
                </a:lnTo>
                <a:lnTo>
                  <a:pt x="2821821" y="1216620"/>
                </a:lnTo>
                <a:lnTo>
                  <a:pt x="2834946" y="1222918"/>
                </a:lnTo>
                <a:lnTo>
                  <a:pt x="2848071" y="1229040"/>
                </a:lnTo>
                <a:lnTo>
                  <a:pt x="2861195" y="1234971"/>
                </a:lnTo>
                <a:lnTo>
                  <a:pt x="2874320" y="1240696"/>
                </a:lnTo>
                <a:lnTo>
                  <a:pt x="2887445" y="1246203"/>
                </a:lnTo>
                <a:lnTo>
                  <a:pt x="2900570" y="1251483"/>
                </a:lnTo>
                <a:lnTo>
                  <a:pt x="2913694" y="1256527"/>
                </a:lnTo>
                <a:lnTo>
                  <a:pt x="2926819" y="1261328"/>
                </a:lnTo>
                <a:lnTo>
                  <a:pt x="2939944" y="1265882"/>
                </a:lnTo>
                <a:lnTo>
                  <a:pt x="2953069" y="1270185"/>
                </a:lnTo>
                <a:lnTo>
                  <a:pt x="2966193" y="1274238"/>
                </a:lnTo>
                <a:lnTo>
                  <a:pt x="2979318" y="1278040"/>
                </a:lnTo>
                <a:lnTo>
                  <a:pt x="2992443" y="1281596"/>
                </a:lnTo>
                <a:lnTo>
                  <a:pt x="3005568" y="1284910"/>
                </a:lnTo>
                <a:lnTo>
                  <a:pt x="3018692" y="1287987"/>
                </a:lnTo>
                <a:lnTo>
                  <a:pt x="3031817" y="1290837"/>
                </a:lnTo>
                <a:lnTo>
                  <a:pt x="3044942" y="1293470"/>
                </a:lnTo>
                <a:lnTo>
                  <a:pt x="3058067" y="1295895"/>
                </a:lnTo>
                <a:lnTo>
                  <a:pt x="3071191" y="1298127"/>
                </a:lnTo>
                <a:lnTo>
                  <a:pt x="3084316" y="1300178"/>
                </a:lnTo>
                <a:lnTo>
                  <a:pt x="3097441" y="1302063"/>
                </a:lnTo>
                <a:lnTo>
                  <a:pt x="3110566" y="1303797"/>
                </a:lnTo>
                <a:lnTo>
                  <a:pt x="3123690" y="1305398"/>
                </a:lnTo>
                <a:lnTo>
                  <a:pt x="3136815" y="1306880"/>
                </a:lnTo>
                <a:lnTo>
                  <a:pt x="3149940" y="1308261"/>
                </a:lnTo>
                <a:lnTo>
                  <a:pt x="3163065" y="1309558"/>
                </a:lnTo>
                <a:lnTo>
                  <a:pt x="3176189" y="1310786"/>
                </a:lnTo>
                <a:lnTo>
                  <a:pt x="3189314" y="1311962"/>
                </a:lnTo>
                <a:lnTo>
                  <a:pt x="3202439" y="1313101"/>
                </a:lnTo>
                <a:lnTo>
                  <a:pt x="3215564" y="1314218"/>
                </a:lnTo>
                <a:lnTo>
                  <a:pt x="3228688" y="1315325"/>
                </a:lnTo>
                <a:lnTo>
                  <a:pt x="3241813" y="1316435"/>
                </a:lnTo>
                <a:lnTo>
                  <a:pt x="3254938" y="1317558"/>
                </a:lnTo>
                <a:lnTo>
                  <a:pt x="3268063" y="1318704"/>
                </a:lnTo>
                <a:lnTo>
                  <a:pt x="3281187" y="1319880"/>
                </a:lnTo>
                <a:lnTo>
                  <a:pt x="3294312" y="1321092"/>
                </a:lnTo>
                <a:lnTo>
                  <a:pt x="3307437" y="1322343"/>
                </a:lnTo>
                <a:lnTo>
                  <a:pt x="3320562" y="1323638"/>
                </a:lnTo>
                <a:lnTo>
                  <a:pt x="3333686" y="1324976"/>
                </a:lnTo>
                <a:lnTo>
                  <a:pt x="3346811" y="1326357"/>
                </a:lnTo>
                <a:lnTo>
                  <a:pt x="3359936" y="1327779"/>
                </a:lnTo>
                <a:lnTo>
                  <a:pt x="3373061" y="1329237"/>
                </a:lnTo>
                <a:lnTo>
                  <a:pt x="3386185" y="1330729"/>
                </a:lnTo>
                <a:lnTo>
                  <a:pt x="3399310" y="1332247"/>
                </a:lnTo>
                <a:lnTo>
                  <a:pt x="3412435" y="1333785"/>
                </a:lnTo>
                <a:lnTo>
                  <a:pt x="3425560" y="1335336"/>
                </a:lnTo>
                <a:lnTo>
                  <a:pt x="3438684" y="1336892"/>
                </a:lnTo>
                <a:lnTo>
                  <a:pt x="3451809" y="1338444"/>
                </a:lnTo>
                <a:lnTo>
                  <a:pt x="3464934" y="1339985"/>
                </a:lnTo>
                <a:lnTo>
                  <a:pt x="3478059" y="1341506"/>
                </a:lnTo>
                <a:lnTo>
                  <a:pt x="3491183" y="1342998"/>
                </a:lnTo>
                <a:lnTo>
                  <a:pt x="3504308" y="1344454"/>
                </a:lnTo>
                <a:lnTo>
                  <a:pt x="3517433" y="1345867"/>
                </a:lnTo>
                <a:lnTo>
                  <a:pt x="3530558" y="1347230"/>
                </a:lnTo>
                <a:lnTo>
                  <a:pt x="3543682" y="1348537"/>
                </a:lnTo>
                <a:lnTo>
                  <a:pt x="3556807" y="1349783"/>
                </a:lnTo>
                <a:lnTo>
                  <a:pt x="3569932" y="1350962"/>
                </a:lnTo>
                <a:lnTo>
                  <a:pt x="3583057" y="1352073"/>
                </a:lnTo>
                <a:lnTo>
                  <a:pt x="3596181" y="1353112"/>
                </a:lnTo>
                <a:lnTo>
                  <a:pt x="3609306" y="1354078"/>
                </a:lnTo>
                <a:lnTo>
                  <a:pt x="3622431" y="1354970"/>
                </a:lnTo>
                <a:lnTo>
                  <a:pt x="3635556" y="1355788"/>
                </a:lnTo>
                <a:lnTo>
                  <a:pt x="3648680" y="1356534"/>
                </a:lnTo>
                <a:lnTo>
                  <a:pt x="3661805" y="1357211"/>
                </a:lnTo>
                <a:lnTo>
                  <a:pt x="3674930" y="1357821"/>
                </a:lnTo>
                <a:lnTo>
                  <a:pt x="3688055" y="1358368"/>
                </a:lnTo>
                <a:lnTo>
                  <a:pt x="3701179" y="1358856"/>
                </a:lnTo>
                <a:lnTo>
                  <a:pt x="3714304" y="1359292"/>
                </a:lnTo>
                <a:lnTo>
                  <a:pt x="3727429" y="1359680"/>
                </a:lnTo>
                <a:lnTo>
                  <a:pt x="3740554" y="1360027"/>
                </a:lnTo>
                <a:lnTo>
                  <a:pt x="3753678" y="1360340"/>
                </a:lnTo>
                <a:lnTo>
                  <a:pt x="3766803" y="1360625"/>
                </a:lnTo>
                <a:lnTo>
                  <a:pt x="3779928" y="1360890"/>
                </a:lnTo>
                <a:lnTo>
                  <a:pt x="3793053" y="1361141"/>
                </a:lnTo>
                <a:lnTo>
                  <a:pt x="3806177" y="1361386"/>
                </a:lnTo>
                <a:lnTo>
                  <a:pt x="3819302" y="1361632"/>
                </a:lnTo>
                <a:lnTo>
                  <a:pt x="3832427" y="1361885"/>
                </a:lnTo>
                <a:lnTo>
                  <a:pt x="3845552" y="1362150"/>
                </a:lnTo>
                <a:lnTo>
                  <a:pt x="3858676" y="1362435"/>
                </a:lnTo>
                <a:lnTo>
                  <a:pt x="3871801" y="1362743"/>
                </a:lnTo>
                <a:lnTo>
                  <a:pt x="3884926" y="1363080"/>
                </a:lnTo>
                <a:lnTo>
                  <a:pt x="3898051" y="1363448"/>
                </a:lnTo>
                <a:lnTo>
                  <a:pt x="3911175" y="1363852"/>
                </a:lnTo>
                <a:lnTo>
                  <a:pt x="3924300" y="1364292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30363B"/>
            </a:solidFill>
            <a:prstDash val="solid"/>
          </a:ln>
        </p:spPr>
      </p:sp>
      <p:sp>
        <p:nvSpPr>
          <p:cNvPr id="1685" name="density-Free">
            <a:extLst xmlns:a="http://schemas.openxmlformats.org/drawingml/2006/main">
              <a:ext uri="{FF2B5EF4-FFF2-40B4-BE49-F238E27FC236}">
                <a16:creationId xmlns:a16="http://schemas.microsoft.com/office/drawing/2014/main" id="{4A70AEFB-7F19-4878-9CAF-A9C266C3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915525"/>
            <a:ext cx="3924300" cy="1450827"/>
          </a:xfrm>
          <a:custGeom xmlns:a="http://schemas.openxmlformats.org/drawingml/2006/main">
            <a:pathLst>
              <a:path w="3924300" h="1450827">
                <a:moveTo>
                  <a:pt x="0" y="1375523"/>
                </a:moveTo>
                <a:lnTo>
                  <a:pt x="13125" y="1374894"/>
                </a:lnTo>
                <a:lnTo>
                  <a:pt x="26249" y="1374237"/>
                </a:lnTo>
                <a:lnTo>
                  <a:pt x="39374" y="1373553"/>
                </a:lnTo>
                <a:lnTo>
                  <a:pt x="52499" y="1372842"/>
                </a:lnTo>
                <a:lnTo>
                  <a:pt x="65624" y="1372107"/>
                </a:lnTo>
                <a:lnTo>
                  <a:pt x="78748" y="1371347"/>
                </a:lnTo>
                <a:lnTo>
                  <a:pt x="91873" y="1370565"/>
                </a:lnTo>
                <a:lnTo>
                  <a:pt x="104998" y="1369761"/>
                </a:lnTo>
                <a:lnTo>
                  <a:pt x="118123" y="1368937"/>
                </a:lnTo>
                <a:lnTo>
                  <a:pt x="131247" y="1368094"/>
                </a:lnTo>
                <a:lnTo>
                  <a:pt x="144372" y="1367234"/>
                </a:lnTo>
                <a:lnTo>
                  <a:pt x="157497" y="1366358"/>
                </a:lnTo>
                <a:lnTo>
                  <a:pt x="170622" y="1365468"/>
                </a:lnTo>
                <a:lnTo>
                  <a:pt x="183746" y="1364565"/>
                </a:lnTo>
                <a:lnTo>
                  <a:pt x="196871" y="1363650"/>
                </a:lnTo>
                <a:lnTo>
                  <a:pt x="209996" y="1362724"/>
                </a:lnTo>
                <a:lnTo>
                  <a:pt x="223121" y="1361789"/>
                </a:lnTo>
                <a:lnTo>
                  <a:pt x="236245" y="1360845"/>
                </a:lnTo>
                <a:lnTo>
                  <a:pt x="249370" y="1359893"/>
                </a:lnTo>
                <a:lnTo>
                  <a:pt x="262495" y="1358934"/>
                </a:lnTo>
                <a:lnTo>
                  <a:pt x="275620" y="1357968"/>
                </a:lnTo>
                <a:lnTo>
                  <a:pt x="288744" y="1356994"/>
                </a:lnTo>
                <a:lnTo>
                  <a:pt x="301869" y="1356014"/>
                </a:lnTo>
                <a:lnTo>
                  <a:pt x="314994" y="1355027"/>
                </a:lnTo>
                <a:lnTo>
                  <a:pt x="328119" y="1354031"/>
                </a:lnTo>
                <a:lnTo>
                  <a:pt x="341243" y="1353027"/>
                </a:lnTo>
                <a:lnTo>
                  <a:pt x="354368" y="1352012"/>
                </a:lnTo>
                <a:lnTo>
                  <a:pt x="367493" y="1350986"/>
                </a:lnTo>
                <a:lnTo>
                  <a:pt x="380618" y="1349948"/>
                </a:lnTo>
                <a:lnTo>
                  <a:pt x="393742" y="1348895"/>
                </a:lnTo>
                <a:lnTo>
                  <a:pt x="406867" y="1347826"/>
                </a:lnTo>
                <a:lnTo>
                  <a:pt x="419992" y="1346738"/>
                </a:lnTo>
                <a:lnTo>
                  <a:pt x="433117" y="1345629"/>
                </a:lnTo>
                <a:lnTo>
                  <a:pt x="446241" y="1344497"/>
                </a:lnTo>
                <a:lnTo>
                  <a:pt x="459366" y="1343339"/>
                </a:lnTo>
                <a:lnTo>
                  <a:pt x="472491" y="1342153"/>
                </a:lnTo>
                <a:lnTo>
                  <a:pt x="485616" y="1340935"/>
                </a:lnTo>
                <a:lnTo>
                  <a:pt x="498740" y="1339684"/>
                </a:lnTo>
                <a:lnTo>
                  <a:pt x="511865" y="1338395"/>
                </a:lnTo>
                <a:lnTo>
                  <a:pt x="524990" y="1337068"/>
                </a:lnTo>
                <a:lnTo>
                  <a:pt x="538115" y="1335698"/>
                </a:lnTo>
                <a:lnTo>
                  <a:pt x="551239" y="1334282"/>
                </a:lnTo>
                <a:lnTo>
                  <a:pt x="564364" y="1332819"/>
                </a:lnTo>
                <a:lnTo>
                  <a:pt x="577489" y="1331305"/>
                </a:lnTo>
                <a:lnTo>
                  <a:pt x="590614" y="1329738"/>
                </a:lnTo>
                <a:lnTo>
                  <a:pt x="603738" y="1328115"/>
                </a:lnTo>
                <a:lnTo>
                  <a:pt x="616863" y="1326433"/>
                </a:lnTo>
                <a:lnTo>
                  <a:pt x="629988" y="1324691"/>
                </a:lnTo>
                <a:lnTo>
                  <a:pt x="643113" y="1322885"/>
                </a:lnTo>
                <a:lnTo>
                  <a:pt x="656237" y="1321014"/>
                </a:lnTo>
                <a:lnTo>
                  <a:pt x="669362" y="1319075"/>
                </a:lnTo>
                <a:lnTo>
                  <a:pt x="682487" y="1317067"/>
                </a:lnTo>
                <a:lnTo>
                  <a:pt x="695612" y="1314988"/>
                </a:lnTo>
                <a:lnTo>
                  <a:pt x="708736" y="1312837"/>
                </a:lnTo>
                <a:lnTo>
                  <a:pt x="721861" y="1310611"/>
                </a:lnTo>
                <a:lnTo>
                  <a:pt x="734986" y="1308310"/>
                </a:lnTo>
                <a:lnTo>
                  <a:pt x="748111" y="1305933"/>
                </a:lnTo>
                <a:lnTo>
                  <a:pt x="761235" y="1303478"/>
                </a:lnTo>
                <a:lnTo>
                  <a:pt x="774360" y="1300947"/>
                </a:lnTo>
                <a:lnTo>
                  <a:pt x="787485" y="1298337"/>
                </a:lnTo>
                <a:lnTo>
                  <a:pt x="800610" y="1295649"/>
                </a:lnTo>
                <a:lnTo>
                  <a:pt x="813734" y="1292884"/>
                </a:lnTo>
                <a:lnTo>
                  <a:pt x="826859" y="1290041"/>
                </a:lnTo>
                <a:lnTo>
                  <a:pt x="839984" y="1287120"/>
                </a:lnTo>
                <a:lnTo>
                  <a:pt x="853109" y="1284124"/>
                </a:lnTo>
                <a:lnTo>
                  <a:pt x="866233" y="1281052"/>
                </a:lnTo>
                <a:lnTo>
                  <a:pt x="879358" y="1277906"/>
                </a:lnTo>
                <a:lnTo>
                  <a:pt x="892483" y="1274686"/>
                </a:lnTo>
                <a:lnTo>
                  <a:pt x="905608" y="1271395"/>
                </a:lnTo>
                <a:lnTo>
                  <a:pt x="918732" y="1268033"/>
                </a:lnTo>
                <a:lnTo>
                  <a:pt x="931857" y="1264602"/>
                </a:lnTo>
                <a:lnTo>
                  <a:pt x="944982" y="1261105"/>
                </a:lnTo>
                <a:lnTo>
                  <a:pt x="958107" y="1257541"/>
                </a:lnTo>
                <a:lnTo>
                  <a:pt x="971231" y="1253913"/>
                </a:lnTo>
                <a:lnTo>
                  <a:pt x="984356" y="1250223"/>
                </a:lnTo>
                <a:lnTo>
                  <a:pt x="997481" y="1246473"/>
                </a:lnTo>
                <a:lnTo>
                  <a:pt x="1010606" y="1242663"/>
                </a:lnTo>
                <a:lnTo>
                  <a:pt x="1023730" y="1238797"/>
                </a:lnTo>
                <a:lnTo>
                  <a:pt x="1036855" y="1234875"/>
                </a:lnTo>
                <a:lnTo>
                  <a:pt x="1049980" y="1230900"/>
                </a:lnTo>
                <a:lnTo>
                  <a:pt x="1063105" y="1226873"/>
                </a:lnTo>
                <a:lnTo>
                  <a:pt x="1076229" y="1222797"/>
                </a:lnTo>
                <a:lnTo>
                  <a:pt x="1089354" y="1218673"/>
                </a:lnTo>
                <a:lnTo>
                  <a:pt x="1102479" y="1214504"/>
                </a:lnTo>
                <a:lnTo>
                  <a:pt x="1115604" y="1210292"/>
                </a:lnTo>
                <a:lnTo>
                  <a:pt x="1128728" y="1206038"/>
                </a:lnTo>
                <a:lnTo>
                  <a:pt x="1141853" y="1201747"/>
                </a:lnTo>
                <a:lnTo>
                  <a:pt x="1154978" y="1197420"/>
                </a:lnTo>
                <a:lnTo>
                  <a:pt x="1168103" y="1193060"/>
                </a:lnTo>
                <a:lnTo>
                  <a:pt x="1181227" y="1188671"/>
                </a:lnTo>
                <a:lnTo>
                  <a:pt x="1194352" y="1184254"/>
                </a:lnTo>
                <a:lnTo>
                  <a:pt x="1207477" y="1179815"/>
                </a:lnTo>
                <a:lnTo>
                  <a:pt x="1220602" y="1175355"/>
                </a:lnTo>
                <a:lnTo>
                  <a:pt x="1233726" y="1170878"/>
                </a:lnTo>
                <a:lnTo>
                  <a:pt x="1246851" y="1166389"/>
                </a:lnTo>
                <a:lnTo>
                  <a:pt x="1259976" y="1161891"/>
                </a:lnTo>
                <a:lnTo>
                  <a:pt x="1273101" y="1157388"/>
                </a:lnTo>
                <a:lnTo>
                  <a:pt x="1286225" y="1152884"/>
                </a:lnTo>
                <a:lnTo>
                  <a:pt x="1299350" y="1148382"/>
                </a:lnTo>
                <a:lnTo>
                  <a:pt x="1312475" y="1143887"/>
                </a:lnTo>
                <a:lnTo>
                  <a:pt x="1325600" y="1139403"/>
                </a:lnTo>
                <a:lnTo>
                  <a:pt x="1338724" y="1134933"/>
                </a:lnTo>
                <a:lnTo>
                  <a:pt x="1351849" y="1130482"/>
                </a:lnTo>
                <a:lnTo>
                  <a:pt x="1364974" y="1126053"/>
                </a:lnTo>
                <a:lnTo>
                  <a:pt x="1378099" y="1121649"/>
                </a:lnTo>
                <a:lnTo>
                  <a:pt x="1391223" y="1117275"/>
                </a:lnTo>
                <a:lnTo>
                  <a:pt x="1404348" y="1112933"/>
                </a:lnTo>
                <a:lnTo>
                  <a:pt x="1417473" y="1108626"/>
                </a:lnTo>
                <a:lnTo>
                  <a:pt x="1430598" y="1104357"/>
                </a:lnTo>
                <a:lnTo>
                  <a:pt x="1443722" y="1100128"/>
                </a:lnTo>
                <a:lnTo>
                  <a:pt x="1456847" y="1095941"/>
                </a:lnTo>
                <a:lnTo>
                  <a:pt x="1469972" y="1091799"/>
                </a:lnTo>
                <a:lnTo>
                  <a:pt x="1483097" y="1087702"/>
                </a:lnTo>
                <a:lnTo>
                  <a:pt x="1496221" y="1083652"/>
                </a:lnTo>
                <a:lnTo>
                  <a:pt x="1509346" y="1079649"/>
                </a:lnTo>
                <a:lnTo>
                  <a:pt x="1522471" y="1075694"/>
                </a:lnTo>
                <a:lnTo>
                  <a:pt x="1535596" y="1071789"/>
                </a:lnTo>
                <a:lnTo>
                  <a:pt x="1548720" y="1067931"/>
                </a:lnTo>
                <a:lnTo>
                  <a:pt x="1561845" y="1064123"/>
                </a:lnTo>
                <a:lnTo>
                  <a:pt x="1574970" y="1060363"/>
                </a:lnTo>
                <a:lnTo>
                  <a:pt x="1588095" y="1056652"/>
                </a:lnTo>
                <a:lnTo>
                  <a:pt x="1601219" y="1052989"/>
                </a:lnTo>
                <a:lnTo>
                  <a:pt x="1614344" y="1049374"/>
                </a:lnTo>
                <a:lnTo>
                  <a:pt x="1627469" y="1045807"/>
                </a:lnTo>
                <a:lnTo>
                  <a:pt x="1640594" y="1042289"/>
                </a:lnTo>
                <a:lnTo>
                  <a:pt x="1653718" y="1038818"/>
                </a:lnTo>
                <a:lnTo>
                  <a:pt x="1666843" y="1035397"/>
                </a:lnTo>
                <a:lnTo>
                  <a:pt x="1679968" y="1032025"/>
                </a:lnTo>
                <a:lnTo>
                  <a:pt x="1693093" y="1028704"/>
                </a:lnTo>
                <a:lnTo>
                  <a:pt x="1706217" y="1025436"/>
                </a:lnTo>
                <a:lnTo>
                  <a:pt x="1719342" y="1022222"/>
                </a:lnTo>
                <a:lnTo>
                  <a:pt x="1732467" y="1019064"/>
                </a:lnTo>
                <a:lnTo>
                  <a:pt x="1745592" y="1015965"/>
                </a:lnTo>
                <a:lnTo>
                  <a:pt x="1758716" y="1012928"/>
                </a:lnTo>
                <a:lnTo>
                  <a:pt x="1771841" y="1009957"/>
                </a:lnTo>
                <a:lnTo>
                  <a:pt x="1784966" y="1007055"/>
                </a:lnTo>
                <a:lnTo>
                  <a:pt x="1798091" y="1004225"/>
                </a:lnTo>
                <a:lnTo>
                  <a:pt x="1811215" y="1001473"/>
                </a:lnTo>
                <a:lnTo>
                  <a:pt x="1824340" y="998803"/>
                </a:lnTo>
                <a:lnTo>
                  <a:pt x="1837465" y="996220"/>
                </a:lnTo>
                <a:lnTo>
                  <a:pt x="1850590" y="993728"/>
                </a:lnTo>
                <a:lnTo>
                  <a:pt x="1863714" y="991332"/>
                </a:lnTo>
                <a:lnTo>
                  <a:pt x="1876839" y="989038"/>
                </a:lnTo>
                <a:lnTo>
                  <a:pt x="1889964" y="986849"/>
                </a:lnTo>
                <a:lnTo>
                  <a:pt x="1903089" y="984772"/>
                </a:lnTo>
                <a:lnTo>
                  <a:pt x="1916213" y="982811"/>
                </a:lnTo>
                <a:lnTo>
                  <a:pt x="1929338" y="980970"/>
                </a:lnTo>
                <a:lnTo>
                  <a:pt x="1942463" y="979253"/>
                </a:lnTo>
                <a:lnTo>
                  <a:pt x="1955588" y="977665"/>
                </a:lnTo>
                <a:lnTo>
                  <a:pt x="1968712" y="976208"/>
                </a:lnTo>
                <a:lnTo>
                  <a:pt x="1981837" y="974887"/>
                </a:lnTo>
                <a:lnTo>
                  <a:pt x="1994962" y="973702"/>
                </a:lnTo>
                <a:lnTo>
                  <a:pt x="2008087" y="972657"/>
                </a:lnTo>
                <a:lnTo>
                  <a:pt x="2021211" y="971753"/>
                </a:lnTo>
                <a:lnTo>
                  <a:pt x="2034336" y="970991"/>
                </a:lnTo>
                <a:lnTo>
                  <a:pt x="2047461" y="970372"/>
                </a:lnTo>
                <a:lnTo>
                  <a:pt x="2060586" y="969895"/>
                </a:lnTo>
                <a:lnTo>
                  <a:pt x="2073710" y="969559"/>
                </a:lnTo>
                <a:lnTo>
                  <a:pt x="2086835" y="969364"/>
                </a:lnTo>
                <a:lnTo>
                  <a:pt x="2099960" y="969307"/>
                </a:lnTo>
                <a:lnTo>
                  <a:pt x="2113085" y="969387"/>
                </a:lnTo>
                <a:lnTo>
                  <a:pt x="2126209" y="969602"/>
                </a:lnTo>
                <a:lnTo>
                  <a:pt x="2139334" y="969949"/>
                </a:lnTo>
                <a:lnTo>
                  <a:pt x="2152459" y="970424"/>
                </a:lnTo>
                <a:lnTo>
                  <a:pt x="2165584" y="971026"/>
                </a:lnTo>
                <a:lnTo>
                  <a:pt x="2178708" y="971751"/>
                </a:lnTo>
                <a:lnTo>
                  <a:pt x="2191833" y="972598"/>
                </a:lnTo>
                <a:lnTo>
                  <a:pt x="2204958" y="973562"/>
                </a:lnTo>
                <a:lnTo>
                  <a:pt x="2218083" y="974643"/>
                </a:lnTo>
                <a:lnTo>
                  <a:pt x="2231207" y="975838"/>
                </a:lnTo>
                <a:lnTo>
                  <a:pt x="2244332" y="977146"/>
                </a:lnTo>
                <a:lnTo>
                  <a:pt x="2257457" y="978567"/>
                </a:lnTo>
                <a:lnTo>
                  <a:pt x="2270582" y="980100"/>
                </a:lnTo>
                <a:lnTo>
                  <a:pt x="2283706" y="981746"/>
                </a:lnTo>
                <a:lnTo>
                  <a:pt x="2296831" y="983506"/>
                </a:lnTo>
                <a:lnTo>
                  <a:pt x="2309956" y="985381"/>
                </a:lnTo>
                <a:lnTo>
                  <a:pt x="2323081" y="987374"/>
                </a:lnTo>
                <a:lnTo>
                  <a:pt x="2336205" y="989487"/>
                </a:lnTo>
                <a:lnTo>
                  <a:pt x="2349330" y="991723"/>
                </a:lnTo>
                <a:lnTo>
                  <a:pt x="2362455" y="994085"/>
                </a:lnTo>
                <a:lnTo>
                  <a:pt x="2375580" y="996578"/>
                </a:lnTo>
                <a:lnTo>
                  <a:pt x="2388704" y="999204"/>
                </a:lnTo>
                <a:lnTo>
                  <a:pt x="2401829" y="1001968"/>
                </a:lnTo>
                <a:lnTo>
                  <a:pt x="2414954" y="1004873"/>
                </a:lnTo>
                <a:lnTo>
                  <a:pt x="2428079" y="1007922"/>
                </a:lnTo>
                <a:lnTo>
                  <a:pt x="2441203" y="1011119"/>
                </a:lnTo>
                <a:lnTo>
                  <a:pt x="2454328" y="1014464"/>
                </a:lnTo>
                <a:lnTo>
                  <a:pt x="2467453" y="1017961"/>
                </a:lnTo>
                <a:lnTo>
                  <a:pt x="2480578" y="1021609"/>
                </a:lnTo>
                <a:lnTo>
                  <a:pt x="2493702" y="1025410"/>
                </a:lnTo>
                <a:lnTo>
                  <a:pt x="2506827" y="1029361"/>
                </a:lnTo>
                <a:lnTo>
                  <a:pt x="2519952" y="1033462"/>
                </a:lnTo>
                <a:lnTo>
                  <a:pt x="2533077" y="1037709"/>
                </a:lnTo>
                <a:lnTo>
                  <a:pt x="2546201" y="1042099"/>
                </a:lnTo>
                <a:lnTo>
                  <a:pt x="2559326" y="1046625"/>
                </a:lnTo>
                <a:lnTo>
                  <a:pt x="2572451" y="1051284"/>
                </a:lnTo>
                <a:lnTo>
                  <a:pt x="2585576" y="1056067"/>
                </a:lnTo>
                <a:lnTo>
                  <a:pt x="2598700" y="1060967"/>
                </a:lnTo>
                <a:lnTo>
                  <a:pt x="2611825" y="1065975"/>
                </a:lnTo>
                <a:lnTo>
                  <a:pt x="2624950" y="1071082"/>
                </a:lnTo>
                <a:lnTo>
                  <a:pt x="2638075" y="1076278"/>
                </a:lnTo>
                <a:lnTo>
                  <a:pt x="2651199" y="1081553"/>
                </a:lnTo>
                <a:lnTo>
                  <a:pt x="2664324" y="1086896"/>
                </a:lnTo>
                <a:lnTo>
                  <a:pt x="2677449" y="1092295"/>
                </a:lnTo>
                <a:lnTo>
                  <a:pt x="2690574" y="1097740"/>
                </a:lnTo>
                <a:lnTo>
                  <a:pt x="2703698" y="1103220"/>
                </a:lnTo>
                <a:lnTo>
                  <a:pt x="2716823" y="1108723"/>
                </a:lnTo>
                <a:lnTo>
                  <a:pt x="2729948" y="1114238"/>
                </a:lnTo>
                <a:lnTo>
                  <a:pt x="2743073" y="1119756"/>
                </a:lnTo>
                <a:lnTo>
                  <a:pt x="2756197" y="1125267"/>
                </a:lnTo>
                <a:lnTo>
                  <a:pt x="2769322" y="1130762"/>
                </a:lnTo>
                <a:lnTo>
                  <a:pt x="2782447" y="1136231"/>
                </a:lnTo>
                <a:lnTo>
                  <a:pt x="2795572" y="1141668"/>
                </a:lnTo>
                <a:lnTo>
                  <a:pt x="2808696" y="1147065"/>
                </a:lnTo>
                <a:lnTo>
                  <a:pt x="2821821" y="1152417"/>
                </a:lnTo>
                <a:lnTo>
                  <a:pt x="2834946" y="1157718"/>
                </a:lnTo>
                <a:lnTo>
                  <a:pt x="2848071" y="1162965"/>
                </a:lnTo>
                <a:lnTo>
                  <a:pt x="2861195" y="1168153"/>
                </a:lnTo>
                <a:lnTo>
                  <a:pt x="2874320" y="1173280"/>
                </a:lnTo>
                <a:lnTo>
                  <a:pt x="2887445" y="1178345"/>
                </a:lnTo>
                <a:lnTo>
                  <a:pt x="2900570" y="1183346"/>
                </a:lnTo>
                <a:lnTo>
                  <a:pt x="2913694" y="1188284"/>
                </a:lnTo>
                <a:lnTo>
                  <a:pt x="2926819" y="1193158"/>
                </a:lnTo>
                <a:lnTo>
                  <a:pt x="2939944" y="1197968"/>
                </a:lnTo>
                <a:lnTo>
                  <a:pt x="2953069" y="1202717"/>
                </a:lnTo>
                <a:lnTo>
                  <a:pt x="2966193" y="1207406"/>
                </a:lnTo>
                <a:lnTo>
                  <a:pt x="2979318" y="1212035"/>
                </a:lnTo>
                <a:lnTo>
                  <a:pt x="2992443" y="1216607"/>
                </a:lnTo>
                <a:lnTo>
                  <a:pt x="3005568" y="1221124"/>
                </a:lnTo>
                <a:lnTo>
                  <a:pt x="3018692" y="1225586"/>
                </a:lnTo>
                <a:lnTo>
                  <a:pt x="3031817" y="1229995"/>
                </a:lnTo>
                <a:lnTo>
                  <a:pt x="3044942" y="1234353"/>
                </a:lnTo>
                <a:lnTo>
                  <a:pt x="3058067" y="1238660"/>
                </a:lnTo>
                <a:lnTo>
                  <a:pt x="3071191" y="1242916"/>
                </a:lnTo>
                <a:lnTo>
                  <a:pt x="3084316" y="1247122"/>
                </a:lnTo>
                <a:lnTo>
                  <a:pt x="3097441" y="1251278"/>
                </a:lnTo>
                <a:lnTo>
                  <a:pt x="3110566" y="1255382"/>
                </a:lnTo>
                <a:lnTo>
                  <a:pt x="3123690" y="1259433"/>
                </a:lnTo>
                <a:lnTo>
                  <a:pt x="3136815" y="1263430"/>
                </a:lnTo>
                <a:lnTo>
                  <a:pt x="3149940" y="1267372"/>
                </a:lnTo>
                <a:lnTo>
                  <a:pt x="3163065" y="1271256"/>
                </a:lnTo>
                <a:lnTo>
                  <a:pt x="3176189" y="1275079"/>
                </a:lnTo>
                <a:lnTo>
                  <a:pt x="3189314" y="1278840"/>
                </a:lnTo>
                <a:lnTo>
                  <a:pt x="3202439" y="1282535"/>
                </a:lnTo>
                <a:lnTo>
                  <a:pt x="3215564" y="1286162"/>
                </a:lnTo>
                <a:lnTo>
                  <a:pt x="3228688" y="1289717"/>
                </a:lnTo>
                <a:lnTo>
                  <a:pt x="3241813" y="1293198"/>
                </a:lnTo>
                <a:lnTo>
                  <a:pt x="3254938" y="1296603"/>
                </a:lnTo>
                <a:lnTo>
                  <a:pt x="3268063" y="1299928"/>
                </a:lnTo>
                <a:lnTo>
                  <a:pt x="3281187" y="1303172"/>
                </a:lnTo>
                <a:lnTo>
                  <a:pt x="3294312" y="1306331"/>
                </a:lnTo>
                <a:lnTo>
                  <a:pt x="3307437" y="1309404"/>
                </a:lnTo>
                <a:lnTo>
                  <a:pt x="3320562" y="1312390"/>
                </a:lnTo>
                <a:lnTo>
                  <a:pt x="3333686" y="1315287"/>
                </a:lnTo>
                <a:lnTo>
                  <a:pt x="3346811" y="1318094"/>
                </a:lnTo>
                <a:lnTo>
                  <a:pt x="3359936" y="1320809"/>
                </a:lnTo>
                <a:lnTo>
                  <a:pt x="3373061" y="1323434"/>
                </a:lnTo>
                <a:lnTo>
                  <a:pt x="3386185" y="1325967"/>
                </a:lnTo>
                <a:lnTo>
                  <a:pt x="3399310" y="1328409"/>
                </a:lnTo>
                <a:lnTo>
                  <a:pt x="3412435" y="1330761"/>
                </a:lnTo>
                <a:lnTo>
                  <a:pt x="3425560" y="1333023"/>
                </a:lnTo>
                <a:lnTo>
                  <a:pt x="3438684" y="1335196"/>
                </a:lnTo>
                <a:lnTo>
                  <a:pt x="3451809" y="1337283"/>
                </a:lnTo>
                <a:lnTo>
                  <a:pt x="3464934" y="1339285"/>
                </a:lnTo>
                <a:lnTo>
                  <a:pt x="3478059" y="1341203"/>
                </a:lnTo>
                <a:lnTo>
                  <a:pt x="3491183" y="1343041"/>
                </a:lnTo>
                <a:lnTo>
                  <a:pt x="3504308" y="1344800"/>
                </a:lnTo>
                <a:lnTo>
                  <a:pt x="3517433" y="1346483"/>
                </a:lnTo>
                <a:lnTo>
                  <a:pt x="3530558" y="1348093"/>
                </a:lnTo>
                <a:lnTo>
                  <a:pt x="3543682" y="1349633"/>
                </a:lnTo>
                <a:lnTo>
                  <a:pt x="3556807" y="1351105"/>
                </a:lnTo>
                <a:lnTo>
                  <a:pt x="3569932" y="1352514"/>
                </a:lnTo>
                <a:lnTo>
                  <a:pt x="3583057" y="1353863"/>
                </a:lnTo>
                <a:lnTo>
                  <a:pt x="3596181" y="1355153"/>
                </a:lnTo>
                <a:lnTo>
                  <a:pt x="3609306" y="1356390"/>
                </a:lnTo>
                <a:lnTo>
                  <a:pt x="3622431" y="1357576"/>
                </a:lnTo>
                <a:lnTo>
                  <a:pt x="3635556" y="1358714"/>
                </a:lnTo>
                <a:lnTo>
                  <a:pt x="3648680" y="1359807"/>
                </a:lnTo>
                <a:lnTo>
                  <a:pt x="3661805" y="1360859"/>
                </a:lnTo>
                <a:lnTo>
                  <a:pt x="3674930" y="1361872"/>
                </a:lnTo>
                <a:lnTo>
                  <a:pt x="3688055" y="1362850"/>
                </a:lnTo>
                <a:lnTo>
                  <a:pt x="3701179" y="1363794"/>
                </a:lnTo>
                <a:lnTo>
                  <a:pt x="3714304" y="1364707"/>
                </a:lnTo>
                <a:lnTo>
                  <a:pt x="3727429" y="1365591"/>
                </a:lnTo>
                <a:lnTo>
                  <a:pt x="3740554" y="1366449"/>
                </a:lnTo>
                <a:lnTo>
                  <a:pt x="3753678" y="1367281"/>
                </a:lnTo>
                <a:lnTo>
                  <a:pt x="3766803" y="1368090"/>
                </a:lnTo>
                <a:lnTo>
                  <a:pt x="3779928" y="1368876"/>
                </a:lnTo>
                <a:lnTo>
                  <a:pt x="3793053" y="1369641"/>
                </a:lnTo>
                <a:lnTo>
                  <a:pt x="3806177" y="1370386"/>
                </a:lnTo>
                <a:lnTo>
                  <a:pt x="3819302" y="1371110"/>
                </a:lnTo>
                <a:lnTo>
                  <a:pt x="3832427" y="1371814"/>
                </a:lnTo>
                <a:lnTo>
                  <a:pt x="3845552" y="1372499"/>
                </a:lnTo>
                <a:lnTo>
                  <a:pt x="3858676" y="1373164"/>
                </a:lnTo>
                <a:lnTo>
                  <a:pt x="3871801" y="1373810"/>
                </a:lnTo>
                <a:lnTo>
                  <a:pt x="3884926" y="1374436"/>
                </a:lnTo>
                <a:lnTo>
                  <a:pt x="3898051" y="1375041"/>
                </a:lnTo>
                <a:lnTo>
                  <a:pt x="3911175" y="1375626"/>
                </a:lnTo>
                <a:lnTo>
                  <a:pt x="3924300" y="1376191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9AA3AC"/>
            </a:solidFill>
            <a:prstDash val="dash"/>
          </a:ln>
        </p:spPr>
      </p:sp>
      <p:sp>
        <p:nvSpPr>
          <p:cNvPr id="1686" name="density-Reference">
            <a:extLst xmlns:a="http://schemas.openxmlformats.org/drawingml/2006/main">
              <a:ext uri="{FF2B5EF4-FFF2-40B4-BE49-F238E27FC236}">
                <a16:creationId xmlns:a16="http://schemas.microsoft.com/office/drawing/2014/main" id="{7F9416F3-91CC-4829-85AF-1C6705DB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915525"/>
            <a:ext cx="3924300" cy="1450827"/>
          </a:xfrm>
          <a:custGeom xmlns:a="http://schemas.openxmlformats.org/drawingml/2006/main">
            <a:pathLst>
              <a:path w="3924300" h="1450827">
                <a:moveTo>
                  <a:pt x="0" y="1384880"/>
                </a:moveTo>
                <a:lnTo>
                  <a:pt x="13125" y="1384880"/>
                </a:lnTo>
                <a:lnTo>
                  <a:pt x="26249" y="1384880"/>
                </a:lnTo>
                <a:lnTo>
                  <a:pt x="39374" y="1384880"/>
                </a:lnTo>
                <a:lnTo>
                  <a:pt x="52499" y="1384880"/>
                </a:lnTo>
                <a:lnTo>
                  <a:pt x="65624" y="1384880"/>
                </a:lnTo>
                <a:lnTo>
                  <a:pt x="78748" y="1384880"/>
                </a:lnTo>
                <a:lnTo>
                  <a:pt x="91873" y="1384880"/>
                </a:lnTo>
                <a:lnTo>
                  <a:pt x="104998" y="1384880"/>
                </a:lnTo>
                <a:lnTo>
                  <a:pt x="118123" y="1384880"/>
                </a:lnTo>
                <a:lnTo>
                  <a:pt x="131247" y="1384880"/>
                </a:lnTo>
                <a:lnTo>
                  <a:pt x="144372" y="1384880"/>
                </a:lnTo>
                <a:lnTo>
                  <a:pt x="157497" y="1384880"/>
                </a:lnTo>
                <a:lnTo>
                  <a:pt x="170622" y="1384880"/>
                </a:lnTo>
                <a:lnTo>
                  <a:pt x="183746" y="1384880"/>
                </a:lnTo>
                <a:lnTo>
                  <a:pt x="196871" y="1384880"/>
                </a:lnTo>
                <a:lnTo>
                  <a:pt x="209996" y="1384880"/>
                </a:lnTo>
                <a:lnTo>
                  <a:pt x="223121" y="1384880"/>
                </a:lnTo>
                <a:lnTo>
                  <a:pt x="236245" y="1384880"/>
                </a:lnTo>
                <a:lnTo>
                  <a:pt x="249370" y="1384880"/>
                </a:lnTo>
                <a:lnTo>
                  <a:pt x="262495" y="1384880"/>
                </a:lnTo>
                <a:lnTo>
                  <a:pt x="275620" y="1384880"/>
                </a:lnTo>
                <a:lnTo>
                  <a:pt x="288744" y="1384880"/>
                </a:lnTo>
                <a:lnTo>
                  <a:pt x="301869" y="1384880"/>
                </a:lnTo>
                <a:lnTo>
                  <a:pt x="314994" y="1384880"/>
                </a:lnTo>
                <a:lnTo>
                  <a:pt x="328119" y="1384880"/>
                </a:lnTo>
                <a:lnTo>
                  <a:pt x="341243" y="1384880"/>
                </a:lnTo>
                <a:lnTo>
                  <a:pt x="354368" y="1384880"/>
                </a:lnTo>
                <a:lnTo>
                  <a:pt x="367493" y="1384880"/>
                </a:lnTo>
                <a:lnTo>
                  <a:pt x="380618" y="1384880"/>
                </a:lnTo>
                <a:lnTo>
                  <a:pt x="393742" y="1384880"/>
                </a:lnTo>
                <a:lnTo>
                  <a:pt x="406867" y="1384880"/>
                </a:lnTo>
                <a:lnTo>
                  <a:pt x="419992" y="1384880"/>
                </a:lnTo>
                <a:lnTo>
                  <a:pt x="433117" y="1384880"/>
                </a:lnTo>
                <a:lnTo>
                  <a:pt x="446241" y="1384880"/>
                </a:lnTo>
                <a:lnTo>
                  <a:pt x="459366" y="1384880"/>
                </a:lnTo>
                <a:lnTo>
                  <a:pt x="472491" y="1384880"/>
                </a:lnTo>
                <a:lnTo>
                  <a:pt x="485616" y="1384880"/>
                </a:lnTo>
                <a:lnTo>
                  <a:pt x="498740" y="1384880"/>
                </a:lnTo>
                <a:lnTo>
                  <a:pt x="511865" y="1384880"/>
                </a:lnTo>
                <a:lnTo>
                  <a:pt x="524990" y="1384880"/>
                </a:lnTo>
                <a:lnTo>
                  <a:pt x="538115" y="1384880"/>
                </a:lnTo>
                <a:lnTo>
                  <a:pt x="551239" y="1384880"/>
                </a:lnTo>
                <a:lnTo>
                  <a:pt x="564364" y="1384880"/>
                </a:lnTo>
                <a:lnTo>
                  <a:pt x="577489" y="1384880"/>
                </a:lnTo>
                <a:lnTo>
                  <a:pt x="590614" y="1384880"/>
                </a:lnTo>
                <a:lnTo>
                  <a:pt x="603738" y="1384880"/>
                </a:lnTo>
                <a:lnTo>
                  <a:pt x="616863" y="1384880"/>
                </a:lnTo>
                <a:lnTo>
                  <a:pt x="629988" y="1384880"/>
                </a:lnTo>
                <a:lnTo>
                  <a:pt x="643113" y="1384880"/>
                </a:lnTo>
                <a:lnTo>
                  <a:pt x="656237" y="1384880"/>
                </a:lnTo>
                <a:lnTo>
                  <a:pt x="669362" y="1384880"/>
                </a:lnTo>
                <a:lnTo>
                  <a:pt x="682487" y="1384880"/>
                </a:lnTo>
                <a:lnTo>
                  <a:pt x="695612" y="1384880"/>
                </a:lnTo>
                <a:lnTo>
                  <a:pt x="708736" y="1384880"/>
                </a:lnTo>
                <a:lnTo>
                  <a:pt x="721861" y="1384880"/>
                </a:lnTo>
                <a:lnTo>
                  <a:pt x="734986" y="1384880"/>
                </a:lnTo>
                <a:lnTo>
                  <a:pt x="748111" y="1384880"/>
                </a:lnTo>
                <a:lnTo>
                  <a:pt x="761235" y="1384880"/>
                </a:lnTo>
                <a:lnTo>
                  <a:pt x="774360" y="1384880"/>
                </a:lnTo>
                <a:lnTo>
                  <a:pt x="787485" y="1384880"/>
                </a:lnTo>
                <a:lnTo>
                  <a:pt x="800610" y="1384879"/>
                </a:lnTo>
                <a:lnTo>
                  <a:pt x="813734" y="1384879"/>
                </a:lnTo>
                <a:lnTo>
                  <a:pt x="826859" y="1384879"/>
                </a:lnTo>
                <a:lnTo>
                  <a:pt x="839984" y="1384879"/>
                </a:lnTo>
                <a:lnTo>
                  <a:pt x="853109" y="1384878"/>
                </a:lnTo>
                <a:lnTo>
                  <a:pt x="866233" y="1384878"/>
                </a:lnTo>
                <a:lnTo>
                  <a:pt x="879358" y="1384877"/>
                </a:lnTo>
                <a:lnTo>
                  <a:pt x="892483" y="1384876"/>
                </a:lnTo>
                <a:lnTo>
                  <a:pt x="905608" y="1384875"/>
                </a:lnTo>
                <a:lnTo>
                  <a:pt x="918732" y="1384873"/>
                </a:lnTo>
                <a:lnTo>
                  <a:pt x="931857" y="1384870"/>
                </a:lnTo>
                <a:lnTo>
                  <a:pt x="944982" y="1384867"/>
                </a:lnTo>
                <a:lnTo>
                  <a:pt x="958107" y="1384863"/>
                </a:lnTo>
                <a:lnTo>
                  <a:pt x="971231" y="1384858"/>
                </a:lnTo>
                <a:lnTo>
                  <a:pt x="984356" y="1384851"/>
                </a:lnTo>
                <a:lnTo>
                  <a:pt x="997481" y="1384842"/>
                </a:lnTo>
                <a:lnTo>
                  <a:pt x="1010606" y="1384830"/>
                </a:lnTo>
                <a:lnTo>
                  <a:pt x="1023730" y="1384815"/>
                </a:lnTo>
                <a:lnTo>
                  <a:pt x="1036855" y="1384795"/>
                </a:lnTo>
                <a:lnTo>
                  <a:pt x="1049980" y="1384771"/>
                </a:lnTo>
                <a:lnTo>
                  <a:pt x="1063105" y="1384739"/>
                </a:lnTo>
                <a:lnTo>
                  <a:pt x="1076229" y="1384699"/>
                </a:lnTo>
                <a:lnTo>
                  <a:pt x="1089354" y="1384649"/>
                </a:lnTo>
                <a:lnTo>
                  <a:pt x="1102479" y="1384586"/>
                </a:lnTo>
                <a:lnTo>
                  <a:pt x="1115604" y="1384507"/>
                </a:lnTo>
                <a:lnTo>
                  <a:pt x="1128728" y="1384408"/>
                </a:lnTo>
                <a:lnTo>
                  <a:pt x="1141853" y="1384285"/>
                </a:lnTo>
                <a:lnTo>
                  <a:pt x="1154978" y="1384133"/>
                </a:lnTo>
                <a:lnTo>
                  <a:pt x="1168103" y="1383945"/>
                </a:lnTo>
                <a:lnTo>
                  <a:pt x="1181227" y="1383714"/>
                </a:lnTo>
                <a:lnTo>
                  <a:pt x="1194352" y="1383430"/>
                </a:lnTo>
                <a:lnTo>
                  <a:pt x="1207477" y="1383085"/>
                </a:lnTo>
                <a:lnTo>
                  <a:pt x="1220602" y="1382664"/>
                </a:lnTo>
                <a:lnTo>
                  <a:pt x="1233726" y="1382154"/>
                </a:lnTo>
                <a:lnTo>
                  <a:pt x="1246851" y="1381539"/>
                </a:lnTo>
                <a:lnTo>
                  <a:pt x="1259976" y="1380798"/>
                </a:lnTo>
                <a:lnTo>
                  <a:pt x="1273101" y="1379910"/>
                </a:lnTo>
                <a:lnTo>
                  <a:pt x="1286225" y="1378849"/>
                </a:lnTo>
                <a:lnTo>
                  <a:pt x="1299350" y="1377587"/>
                </a:lnTo>
                <a:lnTo>
                  <a:pt x="1312475" y="1376091"/>
                </a:lnTo>
                <a:lnTo>
                  <a:pt x="1325600" y="1374323"/>
                </a:lnTo>
                <a:lnTo>
                  <a:pt x="1338724" y="1372243"/>
                </a:lnTo>
                <a:lnTo>
                  <a:pt x="1351849" y="1369803"/>
                </a:lnTo>
                <a:lnTo>
                  <a:pt x="1364974" y="1366954"/>
                </a:lnTo>
                <a:lnTo>
                  <a:pt x="1378099" y="1363638"/>
                </a:lnTo>
                <a:lnTo>
                  <a:pt x="1391223" y="1359793"/>
                </a:lnTo>
                <a:lnTo>
                  <a:pt x="1404348" y="1355352"/>
                </a:lnTo>
                <a:lnTo>
                  <a:pt x="1417473" y="1350242"/>
                </a:lnTo>
                <a:lnTo>
                  <a:pt x="1430598" y="1344384"/>
                </a:lnTo>
                <a:lnTo>
                  <a:pt x="1443722" y="1337696"/>
                </a:lnTo>
                <a:lnTo>
                  <a:pt x="1456847" y="1330089"/>
                </a:lnTo>
                <a:lnTo>
                  <a:pt x="1469972" y="1321470"/>
                </a:lnTo>
                <a:lnTo>
                  <a:pt x="1483097" y="1311743"/>
                </a:lnTo>
                <a:lnTo>
                  <a:pt x="1496221" y="1300811"/>
                </a:lnTo>
                <a:lnTo>
                  <a:pt x="1509346" y="1288571"/>
                </a:lnTo>
                <a:lnTo>
                  <a:pt x="1522471" y="1274924"/>
                </a:lnTo>
                <a:lnTo>
                  <a:pt x="1535596" y="1259770"/>
                </a:lnTo>
                <a:lnTo>
                  <a:pt x="1548720" y="1243011"/>
                </a:lnTo>
                <a:lnTo>
                  <a:pt x="1561845" y="1224555"/>
                </a:lnTo>
                <a:lnTo>
                  <a:pt x="1574970" y="1204316"/>
                </a:lnTo>
                <a:lnTo>
                  <a:pt x="1588095" y="1182217"/>
                </a:lnTo>
                <a:lnTo>
                  <a:pt x="1601219" y="1158190"/>
                </a:lnTo>
                <a:lnTo>
                  <a:pt x="1614344" y="1132182"/>
                </a:lnTo>
                <a:lnTo>
                  <a:pt x="1627469" y="1104156"/>
                </a:lnTo>
                <a:lnTo>
                  <a:pt x="1640594" y="1074090"/>
                </a:lnTo>
                <a:lnTo>
                  <a:pt x="1653718" y="1041987"/>
                </a:lnTo>
                <a:lnTo>
                  <a:pt x="1666843" y="1007867"/>
                </a:lnTo>
                <a:lnTo>
                  <a:pt x="1679968" y="971779"/>
                </a:lnTo>
                <a:lnTo>
                  <a:pt x="1693093" y="933796"/>
                </a:lnTo>
                <a:lnTo>
                  <a:pt x="1706217" y="894017"/>
                </a:lnTo>
                <a:lnTo>
                  <a:pt x="1719342" y="852574"/>
                </a:lnTo>
                <a:lnTo>
                  <a:pt x="1732467" y="809625"/>
                </a:lnTo>
                <a:lnTo>
                  <a:pt x="1745592" y="765358"/>
                </a:lnTo>
                <a:lnTo>
                  <a:pt x="1758716" y="719992"/>
                </a:lnTo>
                <a:lnTo>
                  <a:pt x="1771841" y="673771"/>
                </a:lnTo>
                <a:lnTo>
                  <a:pt x="1784966" y="626970"/>
                </a:lnTo>
                <a:lnTo>
                  <a:pt x="1798091" y="579885"/>
                </a:lnTo>
                <a:lnTo>
                  <a:pt x="1811215" y="532835"/>
                </a:lnTo>
                <a:lnTo>
                  <a:pt x="1824340" y="486160"/>
                </a:lnTo>
                <a:lnTo>
                  <a:pt x="1837465" y="440213"/>
                </a:lnTo>
                <a:lnTo>
                  <a:pt x="1850590" y="395358"/>
                </a:lnTo>
                <a:lnTo>
                  <a:pt x="1863714" y="351965"/>
                </a:lnTo>
                <a:lnTo>
                  <a:pt x="1876839" y="310406"/>
                </a:lnTo>
                <a:lnTo>
                  <a:pt x="1889964" y="271047"/>
                </a:lnTo>
                <a:lnTo>
                  <a:pt x="1903089" y="234248"/>
                </a:lnTo>
                <a:lnTo>
                  <a:pt x="1916213" y="200351"/>
                </a:lnTo>
                <a:lnTo>
                  <a:pt x="1929338" y="169679"/>
                </a:lnTo>
                <a:lnTo>
                  <a:pt x="1942463" y="142529"/>
                </a:lnTo>
                <a:lnTo>
                  <a:pt x="1955588" y="119168"/>
                </a:lnTo>
                <a:lnTo>
                  <a:pt x="1968712" y="99830"/>
                </a:lnTo>
                <a:lnTo>
                  <a:pt x="1981837" y="84709"/>
                </a:lnTo>
                <a:lnTo>
                  <a:pt x="1994962" y="73956"/>
                </a:lnTo>
                <a:lnTo>
                  <a:pt x="2008087" y="67682"/>
                </a:lnTo>
                <a:lnTo>
                  <a:pt x="2021211" y="65947"/>
                </a:lnTo>
                <a:lnTo>
                  <a:pt x="2034336" y="68767"/>
                </a:lnTo>
                <a:lnTo>
                  <a:pt x="2047461" y="76111"/>
                </a:lnTo>
                <a:lnTo>
                  <a:pt x="2060586" y="87899"/>
                </a:lnTo>
                <a:lnTo>
                  <a:pt x="2073710" y="104008"/>
                </a:lnTo>
                <a:lnTo>
                  <a:pt x="2086835" y="124272"/>
                </a:lnTo>
                <a:lnTo>
                  <a:pt x="2099960" y="148483"/>
                </a:lnTo>
                <a:lnTo>
                  <a:pt x="2113085" y="176397"/>
                </a:lnTo>
                <a:lnTo>
                  <a:pt x="2126209" y="207739"/>
                </a:lnTo>
                <a:lnTo>
                  <a:pt x="2139334" y="242205"/>
                </a:lnTo>
                <a:lnTo>
                  <a:pt x="2152459" y="279468"/>
                </a:lnTo>
                <a:lnTo>
                  <a:pt x="2165584" y="319182"/>
                </a:lnTo>
                <a:lnTo>
                  <a:pt x="2178708" y="360990"/>
                </a:lnTo>
                <a:lnTo>
                  <a:pt x="2191833" y="404528"/>
                </a:lnTo>
                <a:lnTo>
                  <a:pt x="2204958" y="449429"/>
                </a:lnTo>
                <a:lnTo>
                  <a:pt x="2218083" y="495327"/>
                </a:lnTo>
                <a:lnTo>
                  <a:pt x="2231207" y="541867"/>
                </a:lnTo>
                <a:lnTo>
                  <a:pt x="2244332" y="588705"/>
                </a:lnTo>
                <a:lnTo>
                  <a:pt x="2257457" y="635510"/>
                </a:lnTo>
                <a:lnTo>
                  <a:pt x="2270582" y="681976"/>
                </a:lnTo>
                <a:lnTo>
                  <a:pt x="2283706" y="727813"/>
                </a:lnTo>
                <a:lnTo>
                  <a:pt x="2296831" y="772761"/>
                </a:lnTo>
                <a:lnTo>
                  <a:pt x="2309956" y="816583"/>
                </a:lnTo>
                <a:lnTo>
                  <a:pt x="2323081" y="859072"/>
                </a:lnTo>
                <a:lnTo>
                  <a:pt x="2336205" y="900047"/>
                </a:lnTo>
                <a:lnTo>
                  <a:pt x="2349330" y="939359"/>
                </a:lnTo>
                <a:lnTo>
                  <a:pt x="2362455" y="976884"/>
                </a:lnTo>
                <a:lnTo>
                  <a:pt x="2375580" y="1012529"/>
                </a:lnTo>
                <a:lnTo>
                  <a:pt x="2388704" y="1046223"/>
                </a:lnTo>
                <a:lnTo>
                  <a:pt x="2401829" y="1077925"/>
                </a:lnTo>
                <a:lnTo>
                  <a:pt x="2414954" y="1107615"/>
                </a:lnTo>
                <a:lnTo>
                  <a:pt x="2428079" y="1135294"/>
                </a:lnTo>
                <a:lnTo>
                  <a:pt x="2441203" y="1160982"/>
                </a:lnTo>
                <a:lnTo>
                  <a:pt x="2454328" y="1184719"/>
                </a:lnTo>
                <a:lnTo>
                  <a:pt x="2467453" y="1206557"/>
                </a:lnTo>
                <a:lnTo>
                  <a:pt x="2480578" y="1226561"/>
                </a:lnTo>
                <a:lnTo>
                  <a:pt x="2493702" y="1244808"/>
                </a:lnTo>
                <a:lnTo>
                  <a:pt x="2506827" y="1261381"/>
                </a:lnTo>
                <a:lnTo>
                  <a:pt x="2519952" y="1276372"/>
                </a:lnTo>
                <a:lnTo>
                  <a:pt x="2533077" y="1289876"/>
                </a:lnTo>
                <a:lnTo>
                  <a:pt x="2546201" y="1301989"/>
                </a:lnTo>
                <a:lnTo>
                  <a:pt x="2559326" y="1312811"/>
                </a:lnTo>
                <a:lnTo>
                  <a:pt x="2572451" y="1322440"/>
                </a:lnTo>
                <a:lnTo>
                  <a:pt x="2585576" y="1330972"/>
                </a:lnTo>
                <a:lnTo>
                  <a:pt x="2598700" y="1338503"/>
                </a:lnTo>
                <a:lnTo>
                  <a:pt x="2611825" y="1345123"/>
                </a:lnTo>
                <a:lnTo>
                  <a:pt x="2624950" y="1350919"/>
                </a:lnTo>
                <a:lnTo>
                  <a:pt x="2638075" y="1355973"/>
                </a:lnTo>
                <a:lnTo>
                  <a:pt x="2651199" y="1360363"/>
                </a:lnTo>
                <a:lnTo>
                  <a:pt x="2664324" y="1364160"/>
                </a:lnTo>
                <a:lnTo>
                  <a:pt x="2677449" y="1367433"/>
                </a:lnTo>
                <a:lnTo>
                  <a:pt x="2690574" y="1370241"/>
                </a:lnTo>
                <a:lnTo>
                  <a:pt x="2703698" y="1372642"/>
                </a:lnTo>
                <a:lnTo>
                  <a:pt x="2716823" y="1374686"/>
                </a:lnTo>
                <a:lnTo>
                  <a:pt x="2729948" y="1376420"/>
                </a:lnTo>
                <a:lnTo>
                  <a:pt x="2743073" y="1377885"/>
                </a:lnTo>
                <a:lnTo>
                  <a:pt x="2756197" y="1379117"/>
                </a:lnTo>
                <a:lnTo>
                  <a:pt x="2769322" y="1380150"/>
                </a:lnTo>
                <a:lnTo>
                  <a:pt x="2782447" y="1381012"/>
                </a:lnTo>
                <a:lnTo>
                  <a:pt x="2795572" y="1381728"/>
                </a:lnTo>
                <a:lnTo>
                  <a:pt x="2808696" y="1382322"/>
                </a:lnTo>
                <a:lnTo>
                  <a:pt x="2821821" y="1382811"/>
                </a:lnTo>
                <a:lnTo>
                  <a:pt x="2834946" y="1383213"/>
                </a:lnTo>
                <a:lnTo>
                  <a:pt x="2848071" y="1383542"/>
                </a:lnTo>
                <a:lnTo>
                  <a:pt x="2861195" y="1383811"/>
                </a:lnTo>
                <a:lnTo>
                  <a:pt x="2874320" y="1384028"/>
                </a:lnTo>
                <a:lnTo>
                  <a:pt x="2887445" y="1384204"/>
                </a:lnTo>
                <a:lnTo>
                  <a:pt x="2900570" y="1384346"/>
                </a:lnTo>
                <a:lnTo>
                  <a:pt x="2913694" y="1384459"/>
                </a:lnTo>
                <a:lnTo>
                  <a:pt x="2926819" y="1384550"/>
                </a:lnTo>
                <a:lnTo>
                  <a:pt x="2939944" y="1384622"/>
                </a:lnTo>
                <a:lnTo>
                  <a:pt x="2953069" y="1384679"/>
                </a:lnTo>
                <a:lnTo>
                  <a:pt x="2966193" y="1384725"/>
                </a:lnTo>
                <a:lnTo>
                  <a:pt x="2979318" y="1384760"/>
                </a:lnTo>
                <a:lnTo>
                  <a:pt x="2992443" y="1384788"/>
                </a:lnTo>
                <a:lnTo>
                  <a:pt x="3005568" y="1384809"/>
                </a:lnTo>
                <a:lnTo>
                  <a:pt x="3018692" y="1384826"/>
                </a:lnTo>
                <a:lnTo>
                  <a:pt x="3031817" y="1384839"/>
                </a:lnTo>
                <a:lnTo>
                  <a:pt x="3044942" y="1384849"/>
                </a:lnTo>
                <a:lnTo>
                  <a:pt x="3058067" y="1384857"/>
                </a:lnTo>
                <a:lnTo>
                  <a:pt x="3071191" y="1384862"/>
                </a:lnTo>
                <a:lnTo>
                  <a:pt x="3084316" y="1384867"/>
                </a:lnTo>
                <a:lnTo>
                  <a:pt x="3097441" y="1384870"/>
                </a:lnTo>
                <a:lnTo>
                  <a:pt x="3110566" y="1384873"/>
                </a:lnTo>
                <a:lnTo>
                  <a:pt x="3123690" y="1384875"/>
                </a:lnTo>
                <a:lnTo>
                  <a:pt x="3136815" y="1384876"/>
                </a:lnTo>
                <a:lnTo>
                  <a:pt x="3149940" y="1384877"/>
                </a:lnTo>
                <a:lnTo>
                  <a:pt x="3163065" y="1384878"/>
                </a:lnTo>
                <a:lnTo>
                  <a:pt x="3176189" y="1384878"/>
                </a:lnTo>
                <a:lnTo>
                  <a:pt x="3189314" y="1384879"/>
                </a:lnTo>
                <a:lnTo>
                  <a:pt x="3202439" y="1384879"/>
                </a:lnTo>
                <a:lnTo>
                  <a:pt x="3215564" y="1384879"/>
                </a:lnTo>
                <a:lnTo>
                  <a:pt x="3228688" y="1384880"/>
                </a:lnTo>
                <a:lnTo>
                  <a:pt x="3241813" y="1384880"/>
                </a:lnTo>
                <a:lnTo>
                  <a:pt x="3254938" y="1384880"/>
                </a:lnTo>
                <a:lnTo>
                  <a:pt x="3268063" y="1384880"/>
                </a:lnTo>
                <a:lnTo>
                  <a:pt x="3281187" y="1384880"/>
                </a:lnTo>
                <a:lnTo>
                  <a:pt x="3294312" y="1384880"/>
                </a:lnTo>
                <a:lnTo>
                  <a:pt x="3307437" y="1384880"/>
                </a:lnTo>
                <a:lnTo>
                  <a:pt x="3320562" y="1384880"/>
                </a:lnTo>
                <a:lnTo>
                  <a:pt x="3333686" y="1384880"/>
                </a:lnTo>
                <a:lnTo>
                  <a:pt x="3346811" y="1384880"/>
                </a:lnTo>
                <a:lnTo>
                  <a:pt x="3359936" y="1384880"/>
                </a:lnTo>
                <a:lnTo>
                  <a:pt x="3373061" y="1384880"/>
                </a:lnTo>
                <a:lnTo>
                  <a:pt x="3386185" y="1384880"/>
                </a:lnTo>
                <a:lnTo>
                  <a:pt x="3399310" y="1384880"/>
                </a:lnTo>
                <a:lnTo>
                  <a:pt x="3412435" y="1384880"/>
                </a:lnTo>
                <a:lnTo>
                  <a:pt x="3425560" y="1384880"/>
                </a:lnTo>
                <a:lnTo>
                  <a:pt x="3438684" y="1384880"/>
                </a:lnTo>
                <a:lnTo>
                  <a:pt x="3451809" y="1384880"/>
                </a:lnTo>
                <a:lnTo>
                  <a:pt x="3464934" y="1384880"/>
                </a:lnTo>
                <a:lnTo>
                  <a:pt x="3478059" y="1384880"/>
                </a:lnTo>
                <a:lnTo>
                  <a:pt x="3491183" y="1384880"/>
                </a:lnTo>
                <a:lnTo>
                  <a:pt x="3504308" y="1384880"/>
                </a:lnTo>
                <a:lnTo>
                  <a:pt x="3517433" y="1384880"/>
                </a:lnTo>
                <a:lnTo>
                  <a:pt x="3530558" y="1384880"/>
                </a:lnTo>
                <a:lnTo>
                  <a:pt x="3543682" y="1384880"/>
                </a:lnTo>
                <a:lnTo>
                  <a:pt x="3556807" y="1384880"/>
                </a:lnTo>
                <a:lnTo>
                  <a:pt x="3569932" y="1384880"/>
                </a:lnTo>
                <a:lnTo>
                  <a:pt x="3583057" y="1384880"/>
                </a:lnTo>
                <a:lnTo>
                  <a:pt x="3596181" y="1384880"/>
                </a:lnTo>
                <a:lnTo>
                  <a:pt x="3609306" y="1384880"/>
                </a:lnTo>
                <a:lnTo>
                  <a:pt x="3622431" y="1384880"/>
                </a:lnTo>
                <a:lnTo>
                  <a:pt x="3635556" y="1384880"/>
                </a:lnTo>
                <a:lnTo>
                  <a:pt x="3648680" y="1384880"/>
                </a:lnTo>
                <a:lnTo>
                  <a:pt x="3661805" y="1384880"/>
                </a:lnTo>
                <a:lnTo>
                  <a:pt x="3674930" y="1384880"/>
                </a:lnTo>
                <a:lnTo>
                  <a:pt x="3688055" y="1384880"/>
                </a:lnTo>
                <a:lnTo>
                  <a:pt x="3701179" y="1384880"/>
                </a:lnTo>
                <a:lnTo>
                  <a:pt x="3714304" y="1384880"/>
                </a:lnTo>
                <a:lnTo>
                  <a:pt x="3727429" y="1384880"/>
                </a:lnTo>
                <a:lnTo>
                  <a:pt x="3740554" y="1384880"/>
                </a:lnTo>
                <a:lnTo>
                  <a:pt x="3753678" y="1384880"/>
                </a:lnTo>
                <a:lnTo>
                  <a:pt x="3766803" y="1384880"/>
                </a:lnTo>
                <a:lnTo>
                  <a:pt x="3779928" y="1384880"/>
                </a:lnTo>
                <a:lnTo>
                  <a:pt x="3793053" y="1384880"/>
                </a:lnTo>
                <a:lnTo>
                  <a:pt x="3806177" y="1384880"/>
                </a:lnTo>
                <a:lnTo>
                  <a:pt x="3819302" y="1384880"/>
                </a:lnTo>
                <a:lnTo>
                  <a:pt x="3832427" y="1384880"/>
                </a:lnTo>
                <a:lnTo>
                  <a:pt x="3845552" y="1384880"/>
                </a:lnTo>
                <a:lnTo>
                  <a:pt x="3858676" y="1384880"/>
                </a:lnTo>
                <a:lnTo>
                  <a:pt x="3871801" y="1384880"/>
                </a:lnTo>
                <a:lnTo>
                  <a:pt x="3884926" y="1384880"/>
                </a:lnTo>
                <a:lnTo>
                  <a:pt x="3898051" y="1384880"/>
                </a:lnTo>
                <a:lnTo>
                  <a:pt x="3911175" y="1384880"/>
                </a:lnTo>
                <a:lnTo>
                  <a:pt x="3924300" y="138488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3C8D62"/>
            </a:solidFill>
            <a:prstDash val="dashDot"/>
          </a:ln>
        </p:spPr>
      </p:sp>
      <p:sp>
        <p:nvSpPr>
          <p:cNvPr id="1687" name="density-Controlled">
            <a:extLst xmlns:a="http://schemas.openxmlformats.org/drawingml/2006/main">
              <a:ext uri="{FF2B5EF4-FFF2-40B4-BE49-F238E27FC236}">
                <a16:creationId xmlns:a16="http://schemas.microsoft.com/office/drawing/2014/main" id="{F6C85860-7B01-4834-95F5-8D5EF5A0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915525"/>
            <a:ext cx="3924300" cy="1450827"/>
          </a:xfrm>
          <a:custGeom xmlns:a="http://schemas.openxmlformats.org/drawingml/2006/main">
            <a:pathLst>
              <a:path w="3924300" h="1450827">
                <a:moveTo>
                  <a:pt x="0" y="1384880"/>
                </a:moveTo>
                <a:lnTo>
                  <a:pt x="13125" y="1384880"/>
                </a:lnTo>
                <a:lnTo>
                  <a:pt x="26249" y="1384880"/>
                </a:lnTo>
                <a:lnTo>
                  <a:pt x="39374" y="1384880"/>
                </a:lnTo>
                <a:lnTo>
                  <a:pt x="52499" y="1384880"/>
                </a:lnTo>
                <a:lnTo>
                  <a:pt x="65624" y="1384880"/>
                </a:lnTo>
                <a:lnTo>
                  <a:pt x="78748" y="1384880"/>
                </a:lnTo>
                <a:lnTo>
                  <a:pt x="91873" y="1384880"/>
                </a:lnTo>
                <a:lnTo>
                  <a:pt x="104998" y="1384880"/>
                </a:lnTo>
                <a:lnTo>
                  <a:pt x="118123" y="1384880"/>
                </a:lnTo>
                <a:lnTo>
                  <a:pt x="131247" y="1384880"/>
                </a:lnTo>
                <a:lnTo>
                  <a:pt x="144372" y="1384880"/>
                </a:lnTo>
                <a:lnTo>
                  <a:pt x="157497" y="1384880"/>
                </a:lnTo>
                <a:lnTo>
                  <a:pt x="170622" y="1384880"/>
                </a:lnTo>
                <a:lnTo>
                  <a:pt x="183746" y="1384880"/>
                </a:lnTo>
                <a:lnTo>
                  <a:pt x="196871" y="1384880"/>
                </a:lnTo>
                <a:lnTo>
                  <a:pt x="209996" y="1384880"/>
                </a:lnTo>
                <a:lnTo>
                  <a:pt x="223121" y="1384880"/>
                </a:lnTo>
                <a:lnTo>
                  <a:pt x="236245" y="1384880"/>
                </a:lnTo>
                <a:lnTo>
                  <a:pt x="249370" y="1384880"/>
                </a:lnTo>
                <a:lnTo>
                  <a:pt x="262495" y="1384880"/>
                </a:lnTo>
                <a:lnTo>
                  <a:pt x="275620" y="1384880"/>
                </a:lnTo>
                <a:lnTo>
                  <a:pt x="288744" y="1384880"/>
                </a:lnTo>
                <a:lnTo>
                  <a:pt x="301869" y="1384880"/>
                </a:lnTo>
                <a:lnTo>
                  <a:pt x="314994" y="1384880"/>
                </a:lnTo>
                <a:lnTo>
                  <a:pt x="328119" y="1384880"/>
                </a:lnTo>
                <a:lnTo>
                  <a:pt x="341243" y="1384880"/>
                </a:lnTo>
                <a:lnTo>
                  <a:pt x="354368" y="1384880"/>
                </a:lnTo>
                <a:lnTo>
                  <a:pt x="367493" y="1384880"/>
                </a:lnTo>
                <a:lnTo>
                  <a:pt x="380618" y="1384880"/>
                </a:lnTo>
                <a:lnTo>
                  <a:pt x="393742" y="1384880"/>
                </a:lnTo>
                <a:lnTo>
                  <a:pt x="406867" y="1384880"/>
                </a:lnTo>
                <a:lnTo>
                  <a:pt x="419992" y="1384880"/>
                </a:lnTo>
                <a:lnTo>
                  <a:pt x="433117" y="1384880"/>
                </a:lnTo>
                <a:lnTo>
                  <a:pt x="446241" y="1384880"/>
                </a:lnTo>
                <a:lnTo>
                  <a:pt x="459366" y="1384880"/>
                </a:lnTo>
                <a:lnTo>
                  <a:pt x="472491" y="1384880"/>
                </a:lnTo>
                <a:lnTo>
                  <a:pt x="485616" y="1384880"/>
                </a:lnTo>
                <a:lnTo>
                  <a:pt x="498740" y="1384880"/>
                </a:lnTo>
                <a:lnTo>
                  <a:pt x="511865" y="1384880"/>
                </a:lnTo>
                <a:lnTo>
                  <a:pt x="524990" y="1384880"/>
                </a:lnTo>
                <a:lnTo>
                  <a:pt x="538115" y="1384880"/>
                </a:lnTo>
                <a:lnTo>
                  <a:pt x="551239" y="1384880"/>
                </a:lnTo>
                <a:lnTo>
                  <a:pt x="564364" y="1384880"/>
                </a:lnTo>
                <a:lnTo>
                  <a:pt x="577489" y="1384880"/>
                </a:lnTo>
                <a:lnTo>
                  <a:pt x="590614" y="1384880"/>
                </a:lnTo>
                <a:lnTo>
                  <a:pt x="603738" y="1384880"/>
                </a:lnTo>
                <a:lnTo>
                  <a:pt x="616863" y="1384880"/>
                </a:lnTo>
                <a:lnTo>
                  <a:pt x="629988" y="1384879"/>
                </a:lnTo>
                <a:lnTo>
                  <a:pt x="643113" y="1384879"/>
                </a:lnTo>
                <a:lnTo>
                  <a:pt x="656237" y="1384879"/>
                </a:lnTo>
                <a:lnTo>
                  <a:pt x="669362" y="1384879"/>
                </a:lnTo>
                <a:lnTo>
                  <a:pt x="682487" y="1384878"/>
                </a:lnTo>
                <a:lnTo>
                  <a:pt x="695612" y="1384878"/>
                </a:lnTo>
                <a:lnTo>
                  <a:pt x="708736" y="1384877"/>
                </a:lnTo>
                <a:lnTo>
                  <a:pt x="721861" y="1384877"/>
                </a:lnTo>
                <a:lnTo>
                  <a:pt x="734986" y="1384875"/>
                </a:lnTo>
                <a:lnTo>
                  <a:pt x="748111" y="1384874"/>
                </a:lnTo>
                <a:lnTo>
                  <a:pt x="761235" y="1384872"/>
                </a:lnTo>
                <a:lnTo>
                  <a:pt x="774360" y="1384870"/>
                </a:lnTo>
                <a:lnTo>
                  <a:pt x="787485" y="1384867"/>
                </a:lnTo>
                <a:lnTo>
                  <a:pt x="800610" y="1384863"/>
                </a:lnTo>
                <a:lnTo>
                  <a:pt x="813734" y="1384858"/>
                </a:lnTo>
                <a:lnTo>
                  <a:pt x="826859" y="1384852"/>
                </a:lnTo>
                <a:lnTo>
                  <a:pt x="839984" y="1384844"/>
                </a:lnTo>
                <a:lnTo>
                  <a:pt x="853109" y="1384834"/>
                </a:lnTo>
                <a:lnTo>
                  <a:pt x="866233" y="1384822"/>
                </a:lnTo>
                <a:lnTo>
                  <a:pt x="879358" y="1384806"/>
                </a:lnTo>
                <a:lnTo>
                  <a:pt x="892483" y="1384785"/>
                </a:lnTo>
                <a:lnTo>
                  <a:pt x="905608" y="1384760"/>
                </a:lnTo>
                <a:lnTo>
                  <a:pt x="918732" y="1384728"/>
                </a:lnTo>
                <a:lnTo>
                  <a:pt x="931857" y="1384688"/>
                </a:lnTo>
                <a:lnTo>
                  <a:pt x="944982" y="1384638"/>
                </a:lnTo>
                <a:lnTo>
                  <a:pt x="958107" y="1384577"/>
                </a:lnTo>
                <a:lnTo>
                  <a:pt x="971231" y="1384500"/>
                </a:lnTo>
                <a:lnTo>
                  <a:pt x="984356" y="1384406"/>
                </a:lnTo>
                <a:lnTo>
                  <a:pt x="997481" y="1384289"/>
                </a:lnTo>
                <a:lnTo>
                  <a:pt x="1010606" y="1384146"/>
                </a:lnTo>
                <a:lnTo>
                  <a:pt x="1023730" y="1383972"/>
                </a:lnTo>
                <a:lnTo>
                  <a:pt x="1036855" y="1383759"/>
                </a:lnTo>
                <a:lnTo>
                  <a:pt x="1049980" y="1383501"/>
                </a:lnTo>
                <a:lnTo>
                  <a:pt x="1063105" y="1383188"/>
                </a:lnTo>
                <a:lnTo>
                  <a:pt x="1076229" y="1382810"/>
                </a:lnTo>
                <a:lnTo>
                  <a:pt x="1089354" y="1382357"/>
                </a:lnTo>
                <a:lnTo>
                  <a:pt x="1102479" y="1381813"/>
                </a:lnTo>
                <a:lnTo>
                  <a:pt x="1115604" y="1381164"/>
                </a:lnTo>
                <a:lnTo>
                  <a:pt x="1128728" y="1380391"/>
                </a:lnTo>
                <a:lnTo>
                  <a:pt x="1141853" y="1379476"/>
                </a:lnTo>
                <a:lnTo>
                  <a:pt x="1154978" y="1378394"/>
                </a:lnTo>
                <a:lnTo>
                  <a:pt x="1168103" y="1377122"/>
                </a:lnTo>
                <a:lnTo>
                  <a:pt x="1181227" y="1375630"/>
                </a:lnTo>
                <a:lnTo>
                  <a:pt x="1194352" y="1373887"/>
                </a:lnTo>
                <a:lnTo>
                  <a:pt x="1207477" y="1371858"/>
                </a:lnTo>
                <a:lnTo>
                  <a:pt x="1220602" y="1369506"/>
                </a:lnTo>
                <a:lnTo>
                  <a:pt x="1233726" y="1366788"/>
                </a:lnTo>
                <a:lnTo>
                  <a:pt x="1246851" y="1363660"/>
                </a:lnTo>
                <a:lnTo>
                  <a:pt x="1259976" y="1360074"/>
                </a:lnTo>
                <a:lnTo>
                  <a:pt x="1273101" y="1355976"/>
                </a:lnTo>
                <a:lnTo>
                  <a:pt x="1286225" y="1351313"/>
                </a:lnTo>
                <a:lnTo>
                  <a:pt x="1299350" y="1346027"/>
                </a:lnTo>
                <a:lnTo>
                  <a:pt x="1312475" y="1340055"/>
                </a:lnTo>
                <a:lnTo>
                  <a:pt x="1325600" y="1333336"/>
                </a:lnTo>
                <a:lnTo>
                  <a:pt x="1338724" y="1325803"/>
                </a:lnTo>
                <a:lnTo>
                  <a:pt x="1351849" y="1317391"/>
                </a:lnTo>
                <a:lnTo>
                  <a:pt x="1364974" y="1308034"/>
                </a:lnTo>
                <a:lnTo>
                  <a:pt x="1378099" y="1297663"/>
                </a:lnTo>
                <a:lnTo>
                  <a:pt x="1391223" y="1286213"/>
                </a:lnTo>
                <a:lnTo>
                  <a:pt x="1404348" y="1273620"/>
                </a:lnTo>
                <a:lnTo>
                  <a:pt x="1417473" y="1259823"/>
                </a:lnTo>
                <a:lnTo>
                  <a:pt x="1430598" y="1244765"/>
                </a:lnTo>
                <a:lnTo>
                  <a:pt x="1443722" y="1228394"/>
                </a:lnTo>
                <a:lnTo>
                  <a:pt x="1456847" y="1210664"/>
                </a:lnTo>
                <a:lnTo>
                  <a:pt x="1469972" y="1191536"/>
                </a:lnTo>
                <a:lnTo>
                  <a:pt x="1483097" y="1170980"/>
                </a:lnTo>
                <a:lnTo>
                  <a:pt x="1496221" y="1148975"/>
                </a:lnTo>
                <a:lnTo>
                  <a:pt x="1509346" y="1125512"/>
                </a:lnTo>
                <a:lnTo>
                  <a:pt x="1522471" y="1100592"/>
                </a:lnTo>
                <a:lnTo>
                  <a:pt x="1535596" y="1074230"/>
                </a:lnTo>
                <a:lnTo>
                  <a:pt x="1548720" y="1046453"/>
                </a:lnTo>
                <a:lnTo>
                  <a:pt x="1561845" y="1017303"/>
                </a:lnTo>
                <a:lnTo>
                  <a:pt x="1574970" y="986837"/>
                </a:lnTo>
                <a:lnTo>
                  <a:pt x="1588095" y="955127"/>
                </a:lnTo>
                <a:lnTo>
                  <a:pt x="1601219" y="922257"/>
                </a:lnTo>
                <a:lnTo>
                  <a:pt x="1614344" y="888331"/>
                </a:lnTo>
                <a:lnTo>
                  <a:pt x="1627469" y="853465"/>
                </a:lnTo>
                <a:lnTo>
                  <a:pt x="1640594" y="817790"/>
                </a:lnTo>
                <a:lnTo>
                  <a:pt x="1653718" y="781452"/>
                </a:lnTo>
                <a:lnTo>
                  <a:pt x="1666843" y="744608"/>
                </a:lnTo>
                <a:lnTo>
                  <a:pt x="1679968" y="707430"/>
                </a:lnTo>
                <a:lnTo>
                  <a:pt x="1693093" y="670098"/>
                </a:lnTo>
                <a:lnTo>
                  <a:pt x="1706217" y="632806"/>
                </a:lnTo>
                <a:lnTo>
                  <a:pt x="1719342" y="595752"/>
                </a:lnTo>
                <a:lnTo>
                  <a:pt x="1732467" y="559143"/>
                </a:lnTo>
                <a:lnTo>
                  <a:pt x="1745592" y="523190"/>
                </a:lnTo>
                <a:lnTo>
                  <a:pt x="1758716" y="488109"/>
                </a:lnTo>
                <a:lnTo>
                  <a:pt x="1771841" y="454115"/>
                </a:lnTo>
                <a:lnTo>
                  <a:pt x="1784966" y="421424"/>
                </a:lnTo>
                <a:lnTo>
                  <a:pt x="1798091" y="390248"/>
                </a:lnTo>
                <a:lnTo>
                  <a:pt x="1811215" y="360795"/>
                </a:lnTo>
                <a:lnTo>
                  <a:pt x="1824340" y="333266"/>
                </a:lnTo>
                <a:lnTo>
                  <a:pt x="1837465" y="307855"/>
                </a:lnTo>
                <a:lnTo>
                  <a:pt x="1850590" y="284743"/>
                </a:lnTo>
                <a:lnTo>
                  <a:pt x="1863714" y="264099"/>
                </a:lnTo>
                <a:lnTo>
                  <a:pt x="1876839" y="246079"/>
                </a:lnTo>
                <a:lnTo>
                  <a:pt x="1889964" y="230822"/>
                </a:lnTo>
                <a:lnTo>
                  <a:pt x="1903089" y="218449"/>
                </a:lnTo>
                <a:lnTo>
                  <a:pt x="1916213" y="209062"/>
                </a:lnTo>
                <a:lnTo>
                  <a:pt x="1929338" y="202743"/>
                </a:lnTo>
                <a:lnTo>
                  <a:pt x="1942463" y="199552"/>
                </a:lnTo>
                <a:lnTo>
                  <a:pt x="1955588" y="199528"/>
                </a:lnTo>
                <a:lnTo>
                  <a:pt x="1968712" y="202685"/>
                </a:lnTo>
                <a:lnTo>
                  <a:pt x="1981837" y="209014"/>
                </a:lnTo>
                <a:lnTo>
                  <a:pt x="1994962" y="218482"/>
                </a:lnTo>
                <a:lnTo>
                  <a:pt x="2008087" y="231032"/>
                </a:lnTo>
                <a:lnTo>
                  <a:pt x="2021211" y="246584"/>
                </a:lnTo>
                <a:lnTo>
                  <a:pt x="2034336" y="265035"/>
                </a:lnTo>
                <a:lnTo>
                  <a:pt x="2047461" y="286259"/>
                </a:lnTo>
                <a:lnTo>
                  <a:pt x="2060586" y="310111"/>
                </a:lnTo>
                <a:lnTo>
                  <a:pt x="2073710" y="336425"/>
                </a:lnTo>
                <a:lnTo>
                  <a:pt x="2086835" y="365018"/>
                </a:lnTo>
                <a:lnTo>
                  <a:pt x="2099960" y="395690"/>
                </a:lnTo>
                <a:lnTo>
                  <a:pt x="2113085" y="428229"/>
                </a:lnTo>
                <a:lnTo>
                  <a:pt x="2126209" y="462411"/>
                </a:lnTo>
                <a:lnTo>
                  <a:pt x="2139334" y="498004"/>
                </a:lnTo>
                <a:lnTo>
                  <a:pt x="2152459" y="534768"/>
                </a:lnTo>
                <a:lnTo>
                  <a:pt x="2165584" y="572462"/>
                </a:lnTo>
                <a:lnTo>
                  <a:pt x="2178708" y="610842"/>
                </a:lnTo>
                <a:lnTo>
                  <a:pt x="2191833" y="649669"/>
                </a:lnTo>
                <a:lnTo>
                  <a:pt x="2204958" y="688705"/>
                </a:lnTo>
                <a:lnTo>
                  <a:pt x="2218083" y="727722"/>
                </a:lnTo>
                <a:lnTo>
                  <a:pt x="2231207" y="766501"/>
                </a:lnTo>
                <a:lnTo>
                  <a:pt x="2244332" y="804834"/>
                </a:lnTo>
                <a:lnTo>
                  <a:pt x="2257457" y="842527"/>
                </a:lnTo>
                <a:lnTo>
                  <a:pt x="2270582" y="879401"/>
                </a:lnTo>
                <a:lnTo>
                  <a:pt x="2283706" y="915294"/>
                </a:lnTo>
                <a:lnTo>
                  <a:pt x="2296831" y="950062"/>
                </a:lnTo>
                <a:lnTo>
                  <a:pt x="2309956" y="983579"/>
                </a:lnTo>
                <a:lnTo>
                  <a:pt x="2323081" y="1015737"/>
                </a:lnTo>
                <a:lnTo>
                  <a:pt x="2336205" y="1046449"/>
                </a:lnTo>
                <a:lnTo>
                  <a:pt x="2349330" y="1075645"/>
                </a:lnTo>
                <a:lnTo>
                  <a:pt x="2362455" y="1103275"/>
                </a:lnTo>
                <a:lnTo>
                  <a:pt x="2375580" y="1129307"/>
                </a:lnTo>
                <a:lnTo>
                  <a:pt x="2388704" y="1153723"/>
                </a:lnTo>
                <a:lnTo>
                  <a:pt x="2401829" y="1176524"/>
                </a:lnTo>
                <a:lnTo>
                  <a:pt x="2414954" y="1197723"/>
                </a:lnTo>
                <a:lnTo>
                  <a:pt x="2428079" y="1217348"/>
                </a:lnTo>
                <a:lnTo>
                  <a:pt x="2441203" y="1235438"/>
                </a:lnTo>
                <a:lnTo>
                  <a:pt x="2454328" y="1252041"/>
                </a:lnTo>
                <a:lnTo>
                  <a:pt x="2467453" y="1267215"/>
                </a:lnTo>
                <a:lnTo>
                  <a:pt x="2480578" y="1281024"/>
                </a:lnTo>
                <a:lnTo>
                  <a:pt x="2493702" y="1293537"/>
                </a:lnTo>
                <a:lnTo>
                  <a:pt x="2506827" y="1304829"/>
                </a:lnTo>
                <a:lnTo>
                  <a:pt x="2519952" y="1314976"/>
                </a:lnTo>
                <a:lnTo>
                  <a:pt x="2533077" y="1324056"/>
                </a:lnTo>
                <a:lnTo>
                  <a:pt x="2546201" y="1332147"/>
                </a:lnTo>
                <a:lnTo>
                  <a:pt x="2559326" y="1339327"/>
                </a:lnTo>
                <a:lnTo>
                  <a:pt x="2572451" y="1345673"/>
                </a:lnTo>
                <a:lnTo>
                  <a:pt x="2585576" y="1351257"/>
                </a:lnTo>
                <a:lnTo>
                  <a:pt x="2598700" y="1356152"/>
                </a:lnTo>
                <a:lnTo>
                  <a:pt x="2611825" y="1360424"/>
                </a:lnTo>
                <a:lnTo>
                  <a:pt x="2624950" y="1364137"/>
                </a:lnTo>
                <a:lnTo>
                  <a:pt x="2638075" y="1367351"/>
                </a:lnTo>
                <a:lnTo>
                  <a:pt x="2651199" y="1370122"/>
                </a:lnTo>
                <a:lnTo>
                  <a:pt x="2664324" y="1372502"/>
                </a:lnTo>
                <a:lnTo>
                  <a:pt x="2677449" y="1374536"/>
                </a:lnTo>
                <a:lnTo>
                  <a:pt x="2690574" y="1376268"/>
                </a:lnTo>
                <a:lnTo>
                  <a:pt x="2703698" y="1377737"/>
                </a:lnTo>
                <a:lnTo>
                  <a:pt x="2716823" y="1378977"/>
                </a:lnTo>
                <a:lnTo>
                  <a:pt x="2729948" y="1380021"/>
                </a:lnTo>
                <a:lnTo>
                  <a:pt x="2743073" y="1380895"/>
                </a:lnTo>
                <a:lnTo>
                  <a:pt x="2756197" y="1381624"/>
                </a:lnTo>
                <a:lnTo>
                  <a:pt x="2769322" y="1382230"/>
                </a:lnTo>
                <a:lnTo>
                  <a:pt x="2782447" y="1382731"/>
                </a:lnTo>
                <a:lnTo>
                  <a:pt x="2795572" y="1383144"/>
                </a:lnTo>
                <a:lnTo>
                  <a:pt x="2808696" y="1383483"/>
                </a:lnTo>
                <a:lnTo>
                  <a:pt x="2821821" y="1383760"/>
                </a:lnTo>
                <a:lnTo>
                  <a:pt x="2834946" y="1383986"/>
                </a:lnTo>
                <a:lnTo>
                  <a:pt x="2848071" y="1384169"/>
                </a:lnTo>
                <a:lnTo>
                  <a:pt x="2861195" y="1384316"/>
                </a:lnTo>
                <a:lnTo>
                  <a:pt x="2874320" y="1384435"/>
                </a:lnTo>
                <a:lnTo>
                  <a:pt x="2887445" y="1384530"/>
                </a:lnTo>
                <a:lnTo>
                  <a:pt x="2900570" y="1384606"/>
                </a:lnTo>
                <a:lnTo>
                  <a:pt x="2913694" y="1384666"/>
                </a:lnTo>
                <a:lnTo>
                  <a:pt x="2926819" y="1384714"/>
                </a:lnTo>
                <a:lnTo>
                  <a:pt x="2939944" y="1384751"/>
                </a:lnTo>
                <a:lnTo>
                  <a:pt x="2953069" y="1384781"/>
                </a:lnTo>
                <a:lnTo>
                  <a:pt x="2966193" y="1384804"/>
                </a:lnTo>
                <a:lnTo>
                  <a:pt x="2979318" y="1384822"/>
                </a:lnTo>
                <a:lnTo>
                  <a:pt x="2992443" y="1384835"/>
                </a:lnTo>
                <a:lnTo>
                  <a:pt x="3005568" y="1384846"/>
                </a:lnTo>
                <a:lnTo>
                  <a:pt x="3018692" y="1384854"/>
                </a:lnTo>
                <a:lnTo>
                  <a:pt x="3031817" y="1384861"/>
                </a:lnTo>
                <a:lnTo>
                  <a:pt x="3044942" y="1384866"/>
                </a:lnTo>
                <a:lnTo>
                  <a:pt x="3058067" y="1384869"/>
                </a:lnTo>
                <a:lnTo>
                  <a:pt x="3071191" y="1384872"/>
                </a:lnTo>
                <a:lnTo>
                  <a:pt x="3084316" y="1384874"/>
                </a:lnTo>
                <a:lnTo>
                  <a:pt x="3097441" y="1384876"/>
                </a:lnTo>
                <a:lnTo>
                  <a:pt x="3110566" y="1384877"/>
                </a:lnTo>
                <a:lnTo>
                  <a:pt x="3123690" y="1384878"/>
                </a:lnTo>
                <a:lnTo>
                  <a:pt x="3136815" y="1384878"/>
                </a:lnTo>
                <a:lnTo>
                  <a:pt x="3149940" y="1384879"/>
                </a:lnTo>
                <a:lnTo>
                  <a:pt x="3163065" y="1384879"/>
                </a:lnTo>
                <a:lnTo>
                  <a:pt x="3176189" y="1384879"/>
                </a:lnTo>
                <a:lnTo>
                  <a:pt x="3189314" y="1384879"/>
                </a:lnTo>
                <a:lnTo>
                  <a:pt x="3202439" y="1384880"/>
                </a:lnTo>
                <a:lnTo>
                  <a:pt x="3215564" y="1384880"/>
                </a:lnTo>
                <a:lnTo>
                  <a:pt x="3228688" y="1384880"/>
                </a:lnTo>
                <a:lnTo>
                  <a:pt x="3241813" y="1384880"/>
                </a:lnTo>
                <a:lnTo>
                  <a:pt x="3254938" y="1384880"/>
                </a:lnTo>
                <a:lnTo>
                  <a:pt x="3268063" y="1384880"/>
                </a:lnTo>
                <a:lnTo>
                  <a:pt x="3281187" y="1384880"/>
                </a:lnTo>
                <a:lnTo>
                  <a:pt x="3294312" y="1384880"/>
                </a:lnTo>
                <a:lnTo>
                  <a:pt x="3307437" y="1384880"/>
                </a:lnTo>
                <a:lnTo>
                  <a:pt x="3320562" y="1384880"/>
                </a:lnTo>
                <a:lnTo>
                  <a:pt x="3333686" y="1384880"/>
                </a:lnTo>
                <a:lnTo>
                  <a:pt x="3346811" y="1384880"/>
                </a:lnTo>
                <a:lnTo>
                  <a:pt x="3359936" y="1384880"/>
                </a:lnTo>
                <a:lnTo>
                  <a:pt x="3373061" y="1384880"/>
                </a:lnTo>
                <a:lnTo>
                  <a:pt x="3386185" y="1384880"/>
                </a:lnTo>
                <a:lnTo>
                  <a:pt x="3399310" y="1384880"/>
                </a:lnTo>
                <a:lnTo>
                  <a:pt x="3412435" y="1384880"/>
                </a:lnTo>
                <a:lnTo>
                  <a:pt x="3425560" y="1384880"/>
                </a:lnTo>
                <a:lnTo>
                  <a:pt x="3438684" y="1384880"/>
                </a:lnTo>
                <a:lnTo>
                  <a:pt x="3451809" y="1384880"/>
                </a:lnTo>
                <a:lnTo>
                  <a:pt x="3464934" y="1384880"/>
                </a:lnTo>
                <a:lnTo>
                  <a:pt x="3478059" y="1384880"/>
                </a:lnTo>
                <a:lnTo>
                  <a:pt x="3491183" y="1384880"/>
                </a:lnTo>
                <a:lnTo>
                  <a:pt x="3504308" y="1384880"/>
                </a:lnTo>
                <a:lnTo>
                  <a:pt x="3517433" y="1384880"/>
                </a:lnTo>
                <a:lnTo>
                  <a:pt x="3530558" y="1384880"/>
                </a:lnTo>
                <a:lnTo>
                  <a:pt x="3543682" y="1384880"/>
                </a:lnTo>
                <a:lnTo>
                  <a:pt x="3556807" y="1384880"/>
                </a:lnTo>
                <a:lnTo>
                  <a:pt x="3569932" y="1384880"/>
                </a:lnTo>
                <a:lnTo>
                  <a:pt x="3583057" y="1384880"/>
                </a:lnTo>
                <a:lnTo>
                  <a:pt x="3596181" y="1384880"/>
                </a:lnTo>
                <a:lnTo>
                  <a:pt x="3609306" y="1384880"/>
                </a:lnTo>
                <a:lnTo>
                  <a:pt x="3622431" y="1384880"/>
                </a:lnTo>
                <a:lnTo>
                  <a:pt x="3635556" y="1384880"/>
                </a:lnTo>
                <a:lnTo>
                  <a:pt x="3648680" y="1384880"/>
                </a:lnTo>
                <a:lnTo>
                  <a:pt x="3661805" y="1384880"/>
                </a:lnTo>
                <a:lnTo>
                  <a:pt x="3674930" y="1384880"/>
                </a:lnTo>
                <a:lnTo>
                  <a:pt x="3688055" y="1384880"/>
                </a:lnTo>
                <a:lnTo>
                  <a:pt x="3701179" y="1384880"/>
                </a:lnTo>
                <a:lnTo>
                  <a:pt x="3714304" y="1384880"/>
                </a:lnTo>
                <a:lnTo>
                  <a:pt x="3727429" y="1384880"/>
                </a:lnTo>
                <a:lnTo>
                  <a:pt x="3740554" y="1384880"/>
                </a:lnTo>
                <a:lnTo>
                  <a:pt x="3753678" y="1384880"/>
                </a:lnTo>
                <a:lnTo>
                  <a:pt x="3766803" y="1384880"/>
                </a:lnTo>
                <a:lnTo>
                  <a:pt x="3779928" y="1384880"/>
                </a:lnTo>
                <a:lnTo>
                  <a:pt x="3793053" y="1384880"/>
                </a:lnTo>
                <a:lnTo>
                  <a:pt x="3806177" y="1384880"/>
                </a:lnTo>
                <a:lnTo>
                  <a:pt x="3819302" y="1384880"/>
                </a:lnTo>
                <a:lnTo>
                  <a:pt x="3832427" y="1384880"/>
                </a:lnTo>
                <a:lnTo>
                  <a:pt x="3845552" y="1384880"/>
                </a:lnTo>
                <a:lnTo>
                  <a:pt x="3858676" y="1384880"/>
                </a:lnTo>
                <a:lnTo>
                  <a:pt x="3871801" y="1384880"/>
                </a:lnTo>
                <a:lnTo>
                  <a:pt x="3884926" y="1384880"/>
                </a:lnTo>
                <a:lnTo>
                  <a:pt x="3898051" y="1384880"/>
                </a:lnTo>
                <a:lnTo>
                  <a:pt x="3911175" y="1384880"/>
                </a:lnTo>
                <a:lnTo>
                  <a:pt x="3924300" y="138488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166AC"/>
            </a:solidFill>
            <a:prstDash val="solid"/>
          </a:ln>
        </p:spPr>
      </p:sp>
      <p:sp>
        <p:nvSpPr>
          <p:cNvPr id="1688" name="occupation-law-label">
            <a:extLst xmlns:a="http://schemas.openxmlformats.org/drawingml/2006/main">
              <a:ext uri="{FF2B5EF4-FFF2-40B4-BE49-F238E27FC236}">
                <a16:creationId xmlns:a16="http://schemas.microsoft.com/office/drawing/2014/main" id="{0B1BC322-D422-4BE9-AC35-3BF26653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14300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Marginal occupation laws</a:t>
            </a:r>
          </a:p>
        </p:txBody>
      </p:sp>
      <p:sp>
        <p:nvSpPr>
          <p:cNvPr id="1689" name="law-loss-WGAN-training-only">
            <a:extLst xmlns:a="http://schemas.openxmlformats.org/drawingml/2006/main">
              <a:ext uri="{FF2B5EF4-FFF2-40B4-BE49-F238E27FC236}">
                <a16:creationId xmlns:a16="http://schemas.microsoft.com/office/drawing/2014/main" id="{3501AC86-F5FE-4D4D-8C30-56DCB13E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11839575"/>
            <a:ext cx="3771900" cy="333375"/>
          </a:xfrm>
          <a:prstGeom xmlns:a="http://schemas.openxmlformats.org/drawingml/2006/main" prst="roundRect">
            <a:avLst>
              <a:gd name="adj" fmla="val 3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A629A"/>
            </a:solidFill>
            <a:prstDash val="dash"/>
          </a:ln>
        </p:spPr>
      </p:sp>
      <p:sp>
        <p:nvSpPr>
          <p:cNvPr id="1690" name="training-only-label">
            <a:extLst xmlns:a="http://schemas.openxmlformats.org/drawingml/2006/main">
              <a:ext uri="{FF2B5EF4-FFF2-40B4-BE49-F238E27FC236}">
                <a16:creationId xmlns:a16="http://schemas.microsoft.com/office/drawing/2014/main" id="{40C88908-5069-4523-8EDA-34186B07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11858625"/>
            <a:ext cx="3619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Law loss + WGAN-GP (training)</a:t>
            </a:r>
          </a:p>
        </p:txBody>
      </p:sp>
      <p:sp>
        <p:nvSpPr>
          <p:cNvPr id="1691" name="training-only-policy-update-0-43">
            <a:extLst xmlns:a="http://schemas.openxmlformats.org/drawingml/2006/main">
              <a:ext uri="{FF2B5EF4-FFF2-40B4-BE49-F238E27FC236}">
                <a16:creationId xmlns:a16="http://schemas.microsoft.com/office/drawing/2014/main" id="{DA7E4332-10FF-4A05-AA02-C7AF0807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9621" y="12000071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92" name="training-only-policy-update-1-44">
            <a:extLst xmlns:a="http://schemas.openxmlformats.org/drawingml/2006/main">
              <a:ext uri="{FF2B5EF4-FFF2-40B4-BE49-F238E27FC236}">
                <a16:creationId xmlns:a16="http://schemas.microsoft.com/office/drawing/2014/main" id="{B4FDA4CC-2FE3-4A67-9432-5F651E8F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3396" y="12000071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93" name="training-only-policy-update-2-45">
            <a:extLst xmlns:a="http://schemas.openxmlformats.org/drawingml/2006/main">
              <a:ext uri="{FF2B5EF4-FFF2-40B4-BE49-F238E27FC236}">
                <a16:creationId xmlns:a16="http://schemas.microsoft.com/office/drawing/2014/main" id="{1400B0FD-5535-462D-ACFD-A4381F0F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3396" y="5446871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94" name="training-only-policy-update-3-46">
            <a:extLst xmlns:a="http://schemas.openxmlformats.org/drawingml/2006/main">
              <a:ext uri="{FF2B5EF4-FFF2-40B4-BE49-F238E27FC236}">
                <a16:creationId xmlns:a16="http://schemas.microsoft.com/office/drawing/2014/main" id="{BFB78A10-33BD-4E12-8999-F4CF5F19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1071" y="5446871"/>
            <a:ext cx="2858" cy="28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08" name=""/>
          <p:cNvCxnSpPr>
            <a:stCxn xmlns:a="http://schemas.openxmlformats.org/drawingml/2006/main" id="1691" idx="2"/>
            <a:endCxn xmlns:a="http://schemas.openxmlformats.org/drawingml/2006/main" id="1692" idx="6"/>
          </p:cNvCxnSpPr>
          <p:nvPr/>
        </p:nvCxnSpPr>
        <p:spPr>
          <a:xfrm xmlns:a="http://schemas.openxmlformats.org/drawingml/2006/main" flipH="1">
            <a:off x="11936254" y="12001500"/>
            <a:ext cx="27336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A629A"/>
            </a:solidFill>
            <a:prstDash val="dash"/>
          </a:ln>
        </p:spPr>
      </p:cxnSp>
      <p:cxnSp>
        <p:nvCxnSpPr>
          <p:cNvPr id="3409" name=""/>
          <p:cNvCxnSpPr>
            <a:stCxn xmlns:a="http://schemas.openxmlformats.org/drawingml/2006/main" id="1692" idx="0"/>
            <a:endCxn xmlns:a="http://schemas.openxmlformats.org/drawingml/2006/main" id="1693" idx="4"/>
          </p:cNvCxnSpPr>
          <p:nvPr/>
        </p:nvCxnSpPr>
        <p:spPr>
          <a:xfrm xmlns:a="http://schemas.openxmlformats.org/drawingml/2006/main" flipV="1">
            <a:off x="11934825" y="5449729"/>
            <a:ext cx="0" cy="655034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A629A"/>
            </a:solidFill>
            <a:prstDash val="dash"/>
          </a:ln>
        </p:spPr>
      </p:cxnSp>
      <p:cxnSp>
        <p:nvCxnSpPr>
          <p:cNvPr id="3410" name=""/>
          <p:cNvCxnSpPr>
            <a:stCxn xmlns:a="http://schemas.openxmlformats.org/drawingml/2006/main" id="1693" idx="6"/>
            <a:endCxn xmlns:a="http://schemas.openxmlformats.org/drawingml/2006/main" id="1694" idx="2"/>
          </p:cNvCxnSpPr>
          <p:nvPr/>
        </p:nvCxnSpPr>
        <p:spPr>
          <a:xfrm xmlns:a="http://schemas.openxmlformats.org/drawingml/2006/main">
            <a:off x="11936254" y="5448300"/>
            <a:ext cx="44481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A629A"/>
            </a:solidFill>
            <a:prstDash val="dash"/>
            <a:tailEnd type="triangle" w="sm" len="sm"/>
          </a:ln>
        </p:spPr>
      </p:cxnSp>
      <p:sp>
        <p:nvSpPr>
          <p:cNvPr id="1698" name="training-independent-crossover-766">
            <a:extLst xmlns:a="http://schemas.openxmlformats.org/drawingml/2006/main">
              <a:ext uri="{FF2B5EF4-FFF2-40B4-BE49-F238E27FC236}">
                <a16:creationId xmlns:a16="http://schemas.microsoft.com/office/drawing/2014/main" id="{9F340F1B-B7C5-4274-BD36-847B10DE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722947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9" name="training-independent-crossover-766-through">
            <a:extLst xmlns:a="http://schemas.openxmlformats.org/drawingml/2006/main">
              <a:ext uri="{FF2B5EF4-FFF2-40B4-BE49-F238E27FC236}">
                <a16:creationId xmlns:a16="http://schemas.microsoft.com/office/drawing/2014/main" id="{8EBF3554-3C7A-4224-AEB3-13900500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7229475"/>
            <a:ext cx="1905" cy="133350"/>
          </a:xfrm>
          <a:custGeom xmlns:a="http://schemas.openxmlformats.org/drawingml/2006/main">
            <a:pathLst>
              <a:path w="190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A629A"/>
            </a:solidFill>
            <a:prstDash val="dash"/>
          </a:ln>
        </p:spPr>
      </p:sp>
      <p:sp>
        <p:nvSpPr>
          <p:cNvPr id="1700" name="training-independent-crossover-802">
            <a:extLst xmlns:a="http://schemas.openxmlformats.org/drawingml/2006/main">
              <a:ext uri="{FF2B5EF4-FFF2-40B4-BE49-F238E27FC236}">
                <a16:creationId xmlns:a16="http://schemas.microsoft.com/office/drawing/2014/main" id="{8C75ADA3-35D2-47E4-B4E1-D55667B1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757237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1" name="training-independent-crossover-802-through">
            <a:extLst xmlns:a="http://schemas.openxmlformats.org/drawingml/2006/main">
              <a:ext uri="{FF2B5EF4-FFF2-40B4-BE49-F238E27FC236}">
                <a16:creationId xmlns:a16="http://schemas.microsoft.com/office/drawing/2014/main" id="{9B37755E-56D5-4DD0-8AF4-A26D5507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7572375"/>
            <a:ext cx="1905" cy="133350"/>
          </a:xfrm>
          <a:custGeom xmlns:a="http://schemas.openxmlformats.org/drawingml/2006/main">
            <a:pathLst>
              <a:path w="190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A629A"/>
            </a:solidFill>
            <a:prstDash val="dash"/>
          </a:ln>
        </p:spPr>
      </p:sp>
      <p:sp>
        <p:nvSpPr>
          <p:cNvPr id="1702" name="training-independent-crossover-910">
            <a:extLst xmlns:a="http://schemas.openxmlformats.org/drawingml/2006/main">
              <a:ext uri="{FF2B5EF4-FFF2-40B4-BE49-F238E27FC236}">
                <a16:creationId xmlns:a16="http://schemas.microsoft.com/office/drawing/2014/main" id="{87A60BB4-25E0-4740-B475-315E58DC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860107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3" name="training-independent-crossover-910-through">
            <a:extLst xmlns:a="http://schemas.openxmlformats.org/drawingml/2006/main">
              <a:ext uri="{FF2B5EF4-FFF2-40B4-BE49-F238E27FC236}">
                <a16:creationId xmlns:a16="http://schemas.microsoft.com/office/drawing/2014/main" id="{23D64672-4E52-4DED-A430-5B5B1130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8601075"/>
            <a:ext cx="1905" cy="133350"/>
          </a:xfrm>
          <a:custGeom xmlns:a="http://schemas.openxmlformats.org/drawingml/2006/main">
            <a:pathLst>
              <a:path w="190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A629A"/>
            </a:solidFill>
            <a:prstDash val="dash"/>
          </a:ln>
        </p:spPr>
      </p:sp>
      <p:sp>
        <p:nvSpPr>
          <p:cNvPr id="1704" name="evaluation-heading">
            <a:extLst xmlns:a="http://schemas.openxmlformats.org/drawingml/2006/main">
              <a:ext uri="{FF2B5EF4-FFF2-40B4-BE49-F238E27FC236}">
                <a16:creationId xmlns:a16="http://schemas.microsoft.com/office/drawing/2014/main" id="{2591BABF-B428-4D01-B415-6949BE91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858750"/>
            <a:ext cx="1573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3313E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3313E"/>
                </a:solidFill>
                <a:latin typeface="Arial"/>
                <a:ea typeface="Arial"/>
                <a:cs typeface="Arial"/>
              </a:rPr>
              <a:t>Predictive fidelity and model-law steering</a:t>
            </a:r>
          </a:p>
        </p:txBody>
      </p:sp>
      <p:sp>
        <p:nvSpPr>
          <p:cNvPr id="1705" name="case-panel-0">
            <a:extLst xmlns:a="http://schemas.openxmlformats.org/drawingml/2006/main">
              <a:ext uri="{FF2B5EF4-FFF2-40B4-BE49-F238E27FC236}">
                <a16:creationId xmlns:a16="http://schemas.microsoft.com/office/drawing/2014/main" id="{C3810564-D007-4648-B145-08FD857A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430250"/>
            <a:ext cx="4953000" cy="5334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4C78B5"/>
            </a:solidFill>
            <a:prstDash val="solid"/>
          </a:ln>
        </p:spPr>
      </p:sp>
      <p:sp>
        <p:nvSpPr>
          <p:cNvPr id="1706" name="case-ID-0">
            <a:extLst xmlns:a="http://schemas.openxmlformats.org/drawingml/2006/main">
              <a:ext uri="{FF2B5EF4-FFF2-40B4-BE49-F238E27FC236}">
                <a16:creationId xmlns:a16="http://schemas.microsoft.com/office/drawing/2014/main" id="{F91268A7-D28D-4C24-B466-F63AB4D0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468350"/>
            <a:ext cx="480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4C78B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4C78B5"/>
                </a:solidFill>
                <a:latin typeface="Arial"/>
                <a:ea typeface="Arial"/>
                <a:cs typeface="Arial"/>
              </a:rPr>
              <a:t>HUP060   13 / 36 direct inputs</a:t>
            </a:r>
          </a:p>
        </p:txBody>
      </p:sp>
      <p:sp>
        <p:nvSpPr>
          <p:cNvPr id="1707" name="case-role-0">
            <a:extLst xmlns:a="http://schemas.openxmlformats.org/drawingml/2006/main">
              <a:ext uri="{FF2B5EF4-FFF2-40B4-BE49-F238E27FC236}">
                <a16:creationId xmlns:a16="http://schemas.microsoft.com/office/drawing/2014/main" id="{88C1E18A-498D-4988-B8E8-855035FA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696950"/>
            <a:ext cx="480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65728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57282"/>
                </a:solidFill>
                <a:latin typeface="Arial"/>
                <a:ea typeface="Arial"/>
                <a:cs typeface="Arial"/>
              </a:rPr>
              <a:t>Development / adaptation</a:t>
            </a:r>
          </a:p>
        </p:txBody>
      </p:sp>
      <p:sp>
        <p:nvSpPr>
          <p:cNvPr id="1708" name="case-panel-1">
            <a:extLst xmlns:a="http://schemas.openxmlformats.org/drawingml/2006/main">
              <a:ext uri="{FF2B5EF4-FFF2-40B4-BE49-F238E27FC236}">
                <a16:creationId xmlns:a16="http://schemas.microsoft.com/office/drawing/2014/main" id="{F07BC829-5DDB-49D0-8F43-BC671F8F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430250"/>
            <a:ext cx="4953000" cy="5334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5944C"/>
            </a:solidFill>
            <a:prstDash val="solid"/>
          </a:ln>
        </p:spPr>
      </p:sp>
      <p:sp>
        <p:nvSpPr>
          <p:cNvPr id="1709" name="case-ID-1">
            <a:extLst xmlns:a="http://schemas.openxmlformats.org/drawingml/2006/main">
              <a:ext uri="{FF2B5EF4-FFF2-40B4-BE49-F238E27FC236}">
                <a16:creationId xmlns:a16="http://schemas.microsoft.com/office/drawing/2014/main" id="{87EC9B09-1664-4514-88AF-746B1D04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468350"/>
            <a:ext cx="480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75944C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75944C"/>
                </a:solidFill>
                <a:latin typeface="Arial"/>
                <a:ea typeface="Arial"/>
                <a:cs typeface="Arial"/>
              </a:rPr>
              <a:t>HUP065   32 / 64 direct inputs</a:t>
            </a:r>
          </a:p>
        </p:txBody>
      </p:sp>
      <p:sp>
        <p:nvSpPr>
          <p:cNvPr id="1710" name="case-role-1">
            <a:extLst xmlns:a="http://schemas.openxmlformats.org/drawingml/2006/main">
              <a:ext uri="{FF2B5EF4-FFF2-40B4-BE49-F238E27FC236}">
                <a16:creationId xmlns:a16="http://schemas.microsoft.com/office/drawing/2014/main" id="{0641DE30-8790-47B9-BA9C-9256AAE3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696950"/>
            <a:ext cx="480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65728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57282"/>
                </a:solidFill>
                <a:latin typeface="Arial"/>
                <a:ea typeface="Arial"/>
                <a:cs typeface="Arial"/>
              </a:rPr>
              <a:t>Post hoc amended analysis</a:t>
            </a:r>
          </a:p>
        </p:txBody>
      </p:sp>
      <p:sp>
        <p:nvSpPr>
          <p:cNvPr id="1711" name="case-panel-2">
            <a:extLst xmlns:a="http://schemas.openxmlformats.org/drawingml/2006/main">
              <a:ext uri="{FF2B5EF4-FFF2-40B4-BE49-F238E27FC236}">
                <a16:creationId xmlns:a16="http://schemas.microsoft.com/office/drawing/2014/main" id="{549189A3-11C3-414D-91D7-EB6354E5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13430250"/>
            <a:ext cx="4953000" cy="5334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A629A"/>
            </a:solidFill>
            <a:prstDash val="solid"/>
          </a:ln>
        </p:spPr>
      </p:sp>
      <p:sp>
        <p:nvSpPr>
          <p:cNvPr id="1712" name="case-ID-2">
            <a:extLst xmlns:a="http://schemas.openxmlformats.org/drawingml/2006/main">
              <a:ext uri="{FF2B5EF4-FFF2-40B4-BE49-F238E27FC236}">
                <a16:creationId xmlns:a16="http://schemas.microsoft.com/office/drawing/2014/main" id="{D8ADA894-A41D-4BA3-BDB6-5CDE47B3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13468350"/>
            <a:ext cx="480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7A629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7A629A"/>
                </a:solidFill>
                <a:latin typeface="Arial"/>
                <a:ea typeface="Arial"/>
                <a:cs typeface="Arial"/>
              </a:rPr>
              <a:t>HUP080   76 / 96 direct inputs</a:t>
            </a:r>
          </a:p>
        </p:txBody>
      </p:sp>
      <p:sp>
        <p:nvSpPr>
          <p:cNvPr id="1713" name="case-role-2">
            <a:extLst xmlns:a="http://schemas.openxmlformats.org/drawingml/2006/main">
              <a:ext uri="{FF2B5EF4-FFF2-40B4-BE49-F238E27FC236}">
                <a16:creationId xmlns:a16="http://schemas.microsoft.com/office/drawing/2014/main" id="{87FE5166-35A2-4F9B-A4AE-7B5ED343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13696950"/>
            <a:ext cx="480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65728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57282"/>
                </a:solidFill>
                <a:latin typeface="Arial"/>
                <a:ea typeface="Arial"/>
                <a:cs typeface="Arial"/>
              </a:rPr>
              <a:t>Post hoc amended analysis</a:t>
            </a:r>
          </a:p>
        </p:txBody>
      </p:sp>
    </p:spTree>
    <p:extLst>
      <p:ext uri="{BB962C8B-B14F-4D97-AF65-F5344CB8AC3E}">
        <p14:creationId xmlns:p14="http://schemas.microsoft.com/office/powerpoint/2010/main" val="7975927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2026-10-06T13:24:24.2240000Z</dcterms:created>
  <dcterms:modified xsi:type="dcterms:W3CDTF">2026-10-06T13:24:24.2240000Z</dcterms:modified>
</coreProperties>
</file>